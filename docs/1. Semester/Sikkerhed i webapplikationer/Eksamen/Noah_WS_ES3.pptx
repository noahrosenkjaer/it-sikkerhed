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65" r:id="rId4"/>
    <p:sldId id="269" r:id="rId5"/>
    <p:sldId id="270" r:id="rId6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-38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5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EEDF-C9C5-5CFC-4457-9AA379D0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64BD8-8369-00D7-5D7A-0FB5E3A24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EC3AB-6469-0BB0-CAA6-5226D4731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Mass Assignment</a:t>
            </a:r>
            <a:r>
              <a:rPr lang="en-DK" noProof="0" dirty="0">
                <a:solidFill>
                  <a:schemeClr val="bg1"/>
                </a:solidFill>
              </a:rPr>
              <a:t> er </a:t>
            </a:r>
            <a:r>
              <a:rPr lang="en-DK" noProof="0" dirty="0" err="1">
                <a:solidFill>
                  <a:schemeClr val="bg1"/>
                </a:solidFill>
              </a:rPr>
              <a:t>en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programerings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US" noProof="0" dirty="0">
                <a:solidFill>
                  <a:schemeClr val="bg1"/>
                </a:solidFill>
              </a:rPr>
              <a:t>T</a:t>
            </a:r>
            <a:r>
              <a:rPr lang="en-DK" noProof="0" dirty="0" err="1">
                <a:solidFill>
                  <a:schemeClr val="bg1"/>
                </a:solidFill>
              </a:rPr>
              <a:t>eknik</a:t>
            </a:r>
            <a:r>
              <a:rPr lang="en-DK" noProof="0" dirty="0">
                <a:solidFill>
                  <a:schemeClr val="bg1"/>
                </a:solidFill>
              </a:rPr>
              <a:t>, </a:t>
            </a:r>
            <a:r>
              <a:rPr lang="en-DK" noProof="0" dirty="0" err="1">
                <a:solidFill>
                  <a:schemeClr val="bg1"/>
                </a:solidFill>
              </a:rPr>
              <a:t>som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automatisk</a:t>
            </a:r>
            <a:r>
              <a:rPr lang="en-DK" noProof="0" dirty="0">
                <a:solidFill>
                  <a:schemeClr val="bg1"/>
                </a:solidFill>
              </a:rPr>
              <a:t> mapper HTTP parameters </a:t>
            </a:r>
            <a:r>
              <a:rPr lang="en-DK" noProof="0" dirty="0" err="1">
                <a:solidFill>
                  <a:schemeClr val="bg1"/>
                </a:solidFill>
              </a:rPr>
              <a:t>til</a:t>
            </a:r>
            <a:r>
              <a:rPr lang="en-DK" noProof="0" dirty="0">
                <a:solidFill>
                  <a:schemeClr val="bg1"/>
                </a:solidFill>
              </a:rPr>
              <a:t> model </a:t>
            </a:r>
            <a:r>
              <a:rPr lang="en-DK" noProof="0" dirty="0" err="1">
                <a:solidFill>
                  <a:schemeClr val="bg1"/>
                </a:solidFill>
              </a:rPr>
              <a:t>objekter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i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api’en</a:t>
            </a:r>
            <a:r>
              <a:rPr lang="en-DK" noProof="0" dirty="0">
                <a:solidFill>
                  <a:schemeClr val="bg1"/>
                </a:solidFill>
              </a:rPr>
              <a:t>. </a:t>
            </a:r>
          </a:p>
          <a:p>
            <a:r>
              <a:rPr lang="en-DK" noProof="0" dirty="0" err="1">
                <a:solidFill>
                  <a:schemeClr val="bg1"/>
                </a:solidFill>
              </a:rPr>
              <a:t>På</a:t>
            </a:r>
            <a:r>
              <a:rPr lang="en-DK" noProof="0" dirty="0">
                <a:solidFill>
                  <a:schemeClr val="bg1"/>
                </a:solidFill>
              </a:rPr>
              <a:t> den </a:t>
            </a:r>
            <a:r>
              <a:rPr lang="en-DK" noProof="0" dirty="0" err="1">
                <a:solidFill>
                  <a:schemeClr val="bg1"/>
                </a:solidFill>
              </a:rPr>
              <a:t>måde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ungår</a:t>
            </a:r>
            <a:r>
              <a:rPr lang="en-DK" noProof="0" dirty="0">
                <a:solidFill>
                  <a:schemeClr val="bg1"/>
                </a:solidFill>
              </a:rPr>
              <a:t> man </a:t>
            </a:r>
            <a:r>
              <a:rPr lang="en-DK" noProof="0" dirty="0" err="1">
                <a:solidFill>
                  <a:schemeClr val="bg1"/>
                </a:solidFill>
              </a:rPr>
              <a:t>kode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til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hvert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enkelt</a:t>
            </a:r>
            <a:r>
              <a:rPr lang="en-DK" noProof="0" dirty="0">
                <a:solidFill>
                  <a:schemeClr val="bg1"/>
                </a:solidFill>
              </a:rPr>
              <a:t> parameter.</a:t>
            </a:r>
          </a:p>
          <a:p>
            <a:endParaRPr lang="en-DK" noProof="0" dirty="0">
              <a:solidFill>
                <a:schemeClr val="bg1"/>
              </a:solidFill>
            </a:endParaRPr>
          </a:p>
          <a:p>
            <a:r>
              <a:rPr lang="en-DK" noProof="0" dirty="0">
                <a:solidFill>
                  <a:schemeClr val="bg1"/>
                </a:solidFill>
              </a:rPr>
              <a:t>Man assigner </a:t>
            </a:r>
            <a:r>
              <a:rPr lang="en-DK" noProof="0" dirty="0" err="1">
                <a:solidFill>
                  <a:schemeClr val="bg1"/>
                </a:solidFill>
              </a:rPr>
              <a:t>en</a:t>
            </a:r>
            <a:r>
              <a:rPr lang="en-DK" noProof="0" dirty="0">
                <a:solidFill>
                  <a:schemeClr val="bg1"/>
                </a:solidFill>
              </a:rPr>
              <a:t> masse </a:t>
            </a:r>
            <a:r>
              <a:rPr lang="en-DK" noProof="0" dirty="0" err="1">
                <a:solidFill>
                  <a:schemeClr val="bg1"/>
                </a:solidFill>
              </a:rPr>
              <a:t>paramet</a:t>
            </a:r>
            <a:r>
              <a:rPr lang="en-US" noProof="0" dirty="0">
                <a:solidFill>
                  <a:schemeClr val="bg1"/>
                </a:solidFill>
              </a:rPr>
              <a:t>er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til</a:t>
            </a:r>
            <a:r>
              <a:rPr lang="en-DK" noProof="0" dirty="0">
                <a:solidFill>
                  <a:schemeClr val="bg1"/>
                </a:solidFill>
              </a:rPr>
              <a:t> et b</a:t>
            </a:r>
            <a:r>
              <a:rPr lang="en-US" noProof="0" dirty="0" err="1">
                <a:solidFill>
                  <a:schemeClr val="bg1"/>
                </a:solidFill>
              </a:rPr>
              <a:t>ur</a:t>
            </a:r>
            <a:r>
              <a:rPr lang="en-DK" noProof="0" dirty="0">
                <a:solidFill>
                  <a:schemeClr val="bg1"/>
                </a:solidFill>
              </a:rPr>
              <a:t>ger </a:t>
            </a:r>
            <a:r>
              <a:rPr lang="en-DK" noProof="0" dirty="0" err="1">
                <a:solidFill>
                  <a:schemeClr val="bg1"/>
                </a:solidFill>
              </a:rPr>
              <a:t>obje</a:t>
            </a:r>
            <a:r>
              <a:rPr lang="en-US" noProof="0" dirty="0">
                <a:solidFill>
                  <a:schemeClr val="bg1"/>
                </a:solidFill>
              </a:rPr>
              <a:t>c</a:t>
            </a:r>
            <a:r>
              <a:rPr lang="en-DK" noProof="0" dirty="0">
                <a:solidFill>
                  <a:schemeClr val="bg1"/>
                </a:solidFill>
              </a:rPr>
              <a:t>t </a:t>
            </a:r>
            <a:r>
              <a:rPr lang="en-DK" noProof="0" dirty="0" err="1">
                <a:solidFill>
                  <a:schemeClr val="bg1"/>
                </a:solidFill>
              </a:rPr>
              <a:t>som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oprætter</a:t>
            </a:r>
            <a:r>
              <a:rPr lang="en-DK" noProof="0" dirty="0">
                <a:solidFill>
                  <a:schemeClr val="bg1"/>
                </a:solidFill>
              </a:rPr>
              <a:t> b</a:t>
            </a:r>
            <a:r>
              <a:rPr lang="en-US" noProof="0" dirty="0" err="1">
                <a:solidFill>
                  <a:schemeClr val="bg1"/>
                </a:solidFill>
              </a:rPr>
              <a:t>ur</a:t>
            </a:r>
            <a:r>
              <a:rPr lang="en-DK" noProof="0" dirty="0">
                <a:solidFill>
                  <a:schemeClr val="bg1"/>
                </a:solidFill>
              </a:rPr>
              <a:t>ger </a:t>
            </a:r>
            <a:r>
              <a:rPr lang="en-DK" noProof="0" dirty="0" err="1">
                <a:solidFill>
                  <a:schemeClr val="bg1"/>
                </a:solidFill>
              </a:rPr>
              <a:t>i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databasen</a:t>
            </a:r>
            <a:r>
              <a:rPr lang="en-DK" noProof="0" dirty="0">
                <a:solidFill>
                  <a:schemeClr val="bg1"/>
                </a:solidFill>
              </a:rPr>
              <a:t>.</a:t>
            </a:r>
          </a:p>
          <a:p>
            <a:endParaRPr lang="en-DK" b="0" noProof="0" dirty="0">
              <a:solidFill>
                <a:schemeClr val="bg1"/>
              </a:solidFill>
            </a:endParaRPr>
          </a:p>
          <a:p>
            <a:r>
              <a:rPr lang="en-US" noProof="0" dirty="0">
                <a:solidFill>
                  <a:schemeClr val="bg1"/>
                </a:solidFill>
              </a:rPr>
              <a:t>Mass Assignment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sårbarheder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sker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når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denne</a:t>
            </a:r>
            <a:r>
              <a:rPr lang="en-DK" noProof="0" dirty="0">
                <a:solidFill>
                  <a:schemeClr val="bg1"/>
                </a:solidFill>
              </a:rPr>
              <a:t> b</a:t>
            </a:r>
            <a:r>
              <a:rPr lang="en-US" noProof="0" dirty="0" err="1">
                <a:solidFill>
                  <a:schemeClr val="bg1"/>
                </a:solidFill>
              </a:rPr>
              <a:t>ur</a:t>
            </a:r>
            <a:r>
              <a:rPr lang="en-DK" noProof="0" dirty="0">
                <a:solidFill>
                  <a:schemeClr val="bg1"/>
                </a:solidFill>
              </a:rPr>
              <a:t>ger model </a:t>
            </a:r>
            <a:r>
              <a:rPr lang="en-DK" noProof="0" dirty="0" err="1">
                <a:solidFill>
                  <a:schemeClr val="bg1"/>
                </a:solidFill>
              </a:rPr>
              <a:t>har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flere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objekter</a:t>
            </a:r>
            <a:r>
              <a:rPr lang="en-DK" noProof="0" dirty="0">
                <a:solidFill>
                  <a:schemeClr val="bg1"/>
                </a:solidFill>
              </a:rPr>
              <a:t> end </a:t>
            </a:r>
            <a:r>
              <a:rPr lang="en-DK" noProof="0" dirty="0" err="1">
                <a:solidFill>
                  <a:schemeClr val="bg1"/>
                </a:solidFill>
              </a:rPr>
              <a:t>vist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i</a:t>
            </a:r>
            <a:r>
              <a:rPr lang="en-DK" noProof="0" dirty="0">
                <a:solidFill>
                  <a:schemeClr val="bg1"/>
                </a:solidFill>
              </a:rPr>
              <a:t> det form field, </a:t>
            </a:r>
          </a:p>
          <a:p>
            <a:r>
              <a:rPr lang="en-DK" noProof="0" dirty="0" err="1">
                <a:solidFill>
                  <a:schemeClr val="bg1"/>
                </a:solidFill>
              </a:rPr>
              <a:t>en</a:t>
            </a:r>
            <a:r>
              <a:rPr lang="en-DK" noProof="0" dirty="0">
                <a:solidFill>
                  <a:schemeClr val="bg1"/>
                </a:solidFill>
              </a:rPr>
              <a:t> b</a:t>
            </a:r>
            <a:r>
              <a:rPr lang="en-US" noProof="0" dirty="0" err="1">
                <a:solidFill>
                  <a:schemeClr val="bg1"/>
                </a:solidFill>
              </a:rPr>
              <a:t>ur</a:t>
            </a:r>
            <a:r>
              <a:rPr lang="en-DK" noProof="0" dirty="0">
                <a:solidFill>
                  <a:schemeClr val="bg1"/>
                </a:solidFill>
              </a:rPr>
              <a:t>ger </a:t>
            </a:r>
            <a:r>
              <a:rPr lang="en-DK" noProof="0" dirty="0" err="1">
                <a:solidFill>
                  <a:schemeClr val="bg1"/>
                </a:solidFill>
              </a:rPr>
              <a:t>kan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så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manuelt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sette</a:t>
            </a:r>
            <a:r>
              <a:rPr lang="en-DK" noProof="0" dirty="0">
                <a:solidFill>
                  <a:schemeClr val="bg1"/>
                </a:solidFill>
              </a:rPr>
              <a:t> det parameter, </a:t>
            </a:r>
            <a:r>
              <a:rPr lang="en-DK" noProof="0" dirty="0" err="1">
                <a:solidFill>
                  <a:schemeClr val="bg1"/>
                </a:solidFill>
              </a:rPr>
              <a:t>til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noget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andet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en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hvad</a:t>
            </a:r>
            <a:r>
              <a:rPr lang="en-DK" noProof="0" dirty="0">
                <a:solidFill>
                  <a:schemeClr val="bg1"/>
                </a:solidFill>
              </a:rPr>
              <a:t> default er.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CCC4A-2E87-DF78-3110-AC892882B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5929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7C81-4A89-92AF-6231-4030F02C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A1987-9B72-87B9-AF9D-1346D9F19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D9BAC-A3F5-77D7-CCE7-CA48812F2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noProof="0" dirty="0"/>
              <a:t>Vil </a:t>
            </a:r>
            <a:r>
              <a:rPr lang="en-DK" noProof="0" dirty="0" err="1"/>
              <a:t>demonstrere</a:t>
            </a:r>
            <a:r>
              <a:rPr lang="en-DK" noProof="0" dirty="0"/>
              <a:t> </a:t>
            </a:r>
            <a:r>
              <a:rPr lang="en-DK" noProof="0" dirty="0" err="1"/>
              <a:t>en</a:t>
            </a:r>
            <a:r>
              <a:rPr lang="en-DK" noProof="0" dirty="0"/>
              <a:t> mass assignment </a:t>
            </a:r>
            <a:r>
              <a:rPr lang="en-DK" noProof="0" dirty="0" err="1"/>
              <a:t>sårbarhed</a:t>
            </a:r>
            <a:r>
              <a:rPr lang="en-DK" noProof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noProof="0" dirty="0"/>
              <a:t>Ikke </a:t>
            </a:r>
            <a:r>
              <a:rPr lang="en-DK" noProof="0" dirty="0" err="1"/>
              <a:t>noget</a:t>
            </a:r>
            <a:endParaRPr lang="en-DK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noProof="0" dirty="0"/>
              <a:t>Steps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K" noProof="0" dirty="0" err="1"/>
              <a:t>Opret</a:t>
            </a:r>
            <a:r>
              <a:rPr lang="en-DK" noProof="0" dirty="0"/>
              <a:t> </a:t>
            </a:r>
            <a:r>
              <a:rPr lang="en-DK" noProof="0" dirty="0" err="1"/>
              <a:t>en</a:t>
            </a:r>
            <a:r>
              <a:rPr lang="en-DK" noProof="0" dirty="0"/>
              <a:t> b</a:t>
            </a:r>
            <a:r>
              <a:rPr lang="en-US" noProof="0" dirty="0" err="1"/>
              <a:t>ur</a:t>
            </a:r>
            <a:r>
              <a:rPr lang="en-DK" noProof="0" dirty="0"/>
              <a:t>ger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DK" noProof="0" dirty="0" err="1"/>
              <a:t>Opfang</a:t>
            </a:r>
            <a:r>
              <a:rPr lang="en-DK" noProof="0" dirty="0"/>
              <a:t> den request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 dirty="0"/>
              <a:t>T</a:t>
            </a:r>
            <a:r>
              <a:rPr lang="en-DK" noProof="0" dirty="0" err="1"/>
              <a:t>ilføj</a:t>
            </a:r>
            <a:r>
              <a:rPr lang="en-DK" noProof="0" dirty="0"/>
              <a:t> role: “admin”, </a:t>
            </a:r>
            <a:r>
              <a:rPr lang="en-DK" noProof="0" dirty="0" err="1"/>
              <a:t>og</a:t>
            </a:r>
            <a:r>
              <a:rPr lang="en-DK" noProof="0" dirty="0"/>
              <a:t> </a:t>
            </a:r>
            <a:r>
              <a:rPr lang="en-DK" noProof="0" dirty="0" err="1"/>
              <a:t>brug</a:t>
            </a:r>
            <a:r>
              <a:rPr lang="en-DK" noProof="0" dirty="0"/>
              <a:t> </a:t>
            </a:r>
            <a:r>
              <a:rPr lang="en-DK" noProof="0" dirty="0" err="1"/>
              <a:t>en</a:t>
            </a:r>
            <a:r>
              <a:rPr lang="en-DK" noProof="0" dirty="0"/>
              <a:t> </a:t>
            </a:r>
            <a:r>
              <a:rPr lang="en-DK" noProof="0" dirty="0" err="1"/>
              <a:t>anden</a:t>
            </a:r>
            <a:r>
              <a:rPr lang="en-DK" noProof="0" dirty="0"/>
              <a:t> email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 dirty="0"/>
              <a:t>L</a:t>
            </a:r>
            <a:r>
              <a:rPr lang="en-DK" noProof="0" dirty="0" err="1"/>
              <a:t>og</a:t>
            </a:r>
            <a:r>
              <a:rPr lang="en-DK" noProof="0" dirty="0"/>
              <a:t> </a:t>
            </a:r>
            <a:r>
              <a:rPr lang="en-DK" noProof="0" dirty="0" err="1"/>
              <a:t>ind</a:t>
            </a:r>
            <a:r>
              <a:rPr lang="en-DK" noProof="0" dirty="0"/>
              <a:t> med den nye email.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noProof="0" dirty="0"/>
              <a:t>Å</a:t>
            </a:r>
            <a:r>
              <a:rPr lang="en-DK" noProof="0" dirty="0"/>
              <a:t>ben /administration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K" noProof="0" dirty="0"/>
              <a:t>Jeg </a:t>
            </a:r>
            <a:r>
              <a:rPr lang="en-DK" noProof="0" dirty="0" err="1"/>
              <a:t>forventer</a:t>
            </a:r>
            <a:r>
              <a:rPr lang="en-DK" noProof="0" dirty="0"/>
              <a:t> at man </a:t>
            </a:r>
            <a:r>
              <a:rPr lang="en-DK" noProof="0" dirty="0" err="1"/>
              <a:t>ikke</a:t>
            </a:r>
            <a:r>
              <a:rPr lang="en-DK" noProof="0" dirty="0"/>
              <a:t> </a:t>
            </a:r>
            <a:r>
              <a:rPr lang="en-DK" noProof="0" dirty="0" err="1"/>
              <a:t>kan</a:t>
            </a:r>
            <a:r>
              <a:rPr lang="en-DK" noProof="0" dirty="0"/>
              <a:t> </a:t>
            </a:r>
            <a:r>
              <a:rPr lang="en-DK" noProof="0" dirty="0" err="1"/>
              <a:t>ændre</a:t>
            </a:r>
            <a:r>
              <a:rPr lang="en-DK" noProof="0" dirty="0"/>
              <a:t> </a:t>
            </a:r>
            <a:r>
              <a:rPr lang="en-DK" noProof="0" dirty="0" err="1"/>
              <a:t>på</a:t>
            </a:r>
            <a:r>
              <a:rPr lang="en-DK" noProof="0" dirty="0"/>
              <a:t> </a:t>
            </a:r>
            <a:r>
              <a:rPr lang="en-DK" noProof="0" dirty="0" err="1"/>
              <a:t>nogle</a:t>
            </a:r>
            <a:r>
              <a:rPr lang="en-DK" noProof="0" dirty="0"/>
              <a:t> params. </a:t>
            </a:r>
            <a:r>
              <a:rPr lang="en-US" noProof="0" dirty="0"/>
              <a:t>400 Bad Request</a:t>
            </a:r>
            <a:endParaRPr lang="en-DK" noProof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K" noProof="0" dirty="0"/>
              <a:t>Ved </a:t>
            </a:r>
            <a:r>
              <a:rPr lang="en-DK" noProof="0" dirty="0" err="1"/>
              <a:t>manuelt</a:t>
            </a:r>
            <a:r>
              <a:rPr lang="en-DK" noProof="0" dirty="0"/>
              <a:t> at </a:t>
            </a:r>
            <a:r>
              <a:rPr lang="en-DK" noProof="0" dirty="0" err="1"/>
              <a:t>tilføje</a:t>
            </a:r>
            <a:r>
              <a:rPr lang="en-DK" noProof="0" dirty="0"/>
              <a:t> role: “admin” </a:t>
            </a:r>
            <a:r>
              <a:rPr lang="en-DK" noProof="0" dirty="0" err="1"/>
              <a:t>kan</a:t>
            </a:r>
            <a:r>
              <a:rPr lang="en-DK" noProof="0" dirty="0"/>
              <a:t> man </a:t>
            </a:r>
            <a:r>
              <a:rPr lang="en-DK" noProof="0" dirty="0" err="1"/>
              <a:t>oprette</a:t>
            </a:r>
            <a:r>
              <a:rPr lang="en-DK" noProof="0" dirty="0"/>
              <a:t> </a:t>
            </a:r>
            <a:r>
              <a:rPr lang="en-DK" noProof="0" dirty="0" err="1"/>
              <a:t>en</a:t>
            </a:r>
            <a:r>
              <a:rPr lang="en-DK" noProof="0" dirty="0"/>
              <a:t> </a:t>
            </a:r>
            <a:r>
              <a:rPr lang="en-DK" noProof="0" dirty="0" err="1"/>
              <a:t>ny</a:t>
            </a:r>
            <a:r>
              <a:rPr lang="en-DK" noProof="0" dirty="0"/>
              <a:t> admin b</a:t>
            </a:r>
            <a:r>
              <a:rPr lang="en-US" noProof="0" dirty="0" err="1"/>
              <a:t>ur</a:t>
            </a:r>
            <a:r>
              <a:rPr lang="en-DK" noProof="0" dirty="0"/>
              <a:t>ger.</a:t>
            </a:r>
            <a:endParaRPr lang="da-DK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38E8C-5B7D-A24D-DBB3-A4A10A402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42859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122F-5128-4D4E-B469-F0EA533E9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02446-3F76-3E9E-CB3E-DFB1822BD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3265F-9BFC-EAB0-3BB8-36647CAED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noProof="0" dirty="0"/>
              <a:t>Whitelist: </a:t>
            </a:r>
            <a:r>
              <a:rPr lang="en-DK" noProof="0" dirty="0" err="1"/>
              <a:t>Specifiser</a:t>
            </a:r>
            <a:r>
              <a:rPr lang="en-DK" noProof="0" dirty="0"/>
              <a:t> </a:t>
            </a:r>
            <a:r>
              <a:rPr lang="en-DK" noProof="0" dirty="0" err="1"/>
              <a:t>hvilke</a:t>
            </a:r>
            <a:r>
              <a:rPr lang="en-DK" noProof="0" dirty="0"/>
              <a:t> </a:t>
            </a:r>
            <a:r>
              <a:rPr lang="en-DK" noProof="0" dirty="0" err="1"/>
              <a:t>paramet</a:t>
            </a:r>
            <a:r>
              <a:rPr lang="en-US" noProof="0" dirty="0"/>
              <a:t>er</a:t>
            </a:r>
            <a:r>
              <a:rPr lang="en-DK" noProof="0" dirty="0"/>
              <a:t> der </a:t>
            </a:r>
            <a:r>
              <a:rPr lang="en-DK" noProof="0" dirty="0" err="1"/>
              <a:t>må</a:t>
            </a:r>
            <a:r>
              <a:rPr lang="en-DK" noProof="0" dirty="0"/>
              <a:t> </a:t>
            </a:r>
            <a:r>
              <a:rPr lang="en-DK" noProof="0" dirty="0" err="1"/>
              <a:t>opdateres</a:t>
            </a:r>
            <a:r>
              <a:rPr lang="en-DK" noProof="0" dirty="0"/>
              <a:t>, </a:t>
            </a:r>
            <a:r>
              <a:rPr lang="en-DK" noProof="0" dirty="0" err="1"/>
              <a:t>selv</a:t>
            </a:r>
            <a:r>
              <a:rPr lang="en-DK" noProof="0" dirty="0"/>
              <a:t> om </a:t>
            </a:r>
            <a:r>
              <a:rPr lang="en-DK" noProof="0" dirty="0" err="1"/>
              <a:t>flere</a:t>
            </a:r>
            <a:r>
              <a:rPr lang="en-DK" noProof="0" dirty="0"/>
              <a:t> </a:t>
            </a:r>
            <a:r>
              <a:rPr lang="en-DK" noProof="0" dirty="0" err="1"/>
              <a:t>kan</a:t>
            </a:r>
            <a:r>
              <a:rPr lang="en-DK" noProof="0" dirty="0"/>
              <a:t> </a:t>
            </a:r>
            <a:r>
              <a:rPr lang="en-DK" noProof="0" dirty="0" err="1"/>
              <a:t>ses</a:t>
            </a:r>
            <a:r>
              <a:rPr lang="en-DK" noProof="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noProof="0" dirty="0"/>
              <a:t>Blacklist: </a:t>
            </a:r>
            <a:r>
              <a:rPr lang="en-DK" noProof="0" dirty="0" err="1"/>
              <a:t>Specifiser</a:t>
            </a:r>
            <a:r>
              <a:rPr lang="en-DK" noProof="0" dirty="0"/>
              <a:t> </a:t>
            </a:r>
            <a:r>
              <a:rPr lang="en-DK" noProof="0" dirty="0" err="1"/>
              <a:t>hvilke</a:t>
            </a:r>
            <a:r>
              <a:rPr lang="en-DK" noProof="0" dirty="0"/>
              <a:t> </a:t>
            </a:r>
            <a:r>
              <a:rPr lang="en-DK" noProof="0" dirty="0" err="1"/>
              <a:t>paramet</a:t>
            </a:r>
            <a:r>
              <a:rPr lang="en-US" noProof="0" dirty="0"/>
              <a:t>er</a:t>
            </a:r>
            <a:r>
              <a:rPr lang="en-DK" noProof="0" dirty="0"/>
              <a:t> der </a:t>
            </a:r>
            <a:r>
              <a:rPr lang="en-DK" noProof="0" dirty="0" err="1"/>
              <a:t>ikke</a:t>
            </a:r>
            <a:r>
              <a:rPr lang="en-DK" noProof="0" dirty="0"/>
              <a:t> </a:t>
            </a:r>
            <a:r>
              <a:rPr lang="en-DK" noProof="0" dirty="0" err="1"/>
              <a:t>må</a:t>
            </a:r>
            <a:r>
              <a:rPr lang="en-DK" noProof="0" dirty="0"/>
              <a:t> </a:t>
            </a:r>
            <a:r>
              <a:rPr lang="en-DK" noProof="0" dirty="0" err="1"/>
              <a:t>opdateres</a:t>
            </a:r>
            <a:endParaRPr lang="en-DK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DK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noProof="0" dirty="0"/>
              <a:t>DTOs: </a:t>
            </a:r>
            <a:r>
              <a:rPr lang="en-US" dirty="0"/>
              <a:t>A DTO is like a </a:t>
            </a:r>
            <a:r>
              <a:rPr lang="en-US" b="1" dirty="0"/>
              <a:t>checklist</a:t>
            </a:r>
            <a:r>
              <a:rPr lang="en-US" dirty="0"/>
              <a:t> that strictly defines which parameters a user (or unauthenticated user) is allowed to send with a form or request.</a:t>
            </a:r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09B2C-DD7D-905A-3A39-F898E7462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51070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03/12/2025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 fontScale="90000"/>
          </a:bodyPr>
          <a:lstStyle/>
          <a:p>
            <a:pPr algn="l"/>
            <a:r>
              <a:rPr lang="da-DK" sz="5400" noProof="1">
                <a:solidFill>
                  <a:srgbClr val="FFFFFF"/>
                </a:solidFill>
              </a:rPr>
              <a:t>Demonstrer hvordan du kan manipulere </a:t>
            </a:r>
            <a:r>
              <a:rPr lang="en-DK" sz="5400" noProof="1">
                <a:solidFill>
                  <a:srgbClr val="FFFFFF"/>
                </a:solidFill>
              </a:rPr>
              <a:t>data i </a:t>
            </a:r>
            <a:r>
              <a:rPr lang="da-DK" sz="5400" noProof="1">
                <a:solidFill>
                  <a:srgbClr val="FFFFFF"/>
                </a:solidFill>
              </a:rPr>
              <a:t>en applikations </a:t>
            </a:r>
            <a:r>
              <a:rPr lang="en-DK" sz="5400" noProof="1">
                <a:solidFill>
                  <a:srgbClr val="FFFFFF"/>
                </a:solidFill>
              </a:rPr>
              <a:t>og der med dens </a:t>
            </a:r>
            <a:r>
              <a:rPr lang="da-DK" sz="5400" noProof="1">
                <a:solidFill>
                  <a:srgbClr val="FFFFFF"/>
                </a:solidFill>
              </a:rPr>
              <a:t>tilstand</a:t>
            </a:r>
            <a:r>
              <a:rPr lang="en-DK" sz="5400" noProof="1">
                <a:solidFill>
                  <a:srgbClr val="FFFFFF"/>
                </a:solidFill>
              </a:rPr>
              <a:t>.</a:t>
            </a:r>
            <a:endParaRPr lang="da-DK" sz="5100" noProof="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a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000" dirty="0" err="1">
                <a:solidFill>
                  <a:schemeClr val="bg1"/>
                </a:solidFill>
              </a:rPr>
              <a:t>Hvad</a:t>
            </a:r>
            <a:r>
              <a:rPr lang="en-DK" sz="2000" dirty="0">
                <a:solidFill>
                  <a:schemeClr val="bg1"/>
                </a:solidFill>
              </a:rPr>
              <a:t> er </a:t>
            </a:r>
            <a:r>
              <a:rPr lang="en-DK" sz="2000" noProof="0" dirty="0">
                <a:solidFill>
                  <a:schemeClr val="bg1"/>
                </a:solidFill>
              </a:rPr>
              <a:t>M</a:t>
            </a:r>
            <a:r>
              <a:rPr lang="da-DK" sz="2000" noProof="0" dirty="0">
                <a:solidFill>
                  <a:schemeClr val="bg1"/>
                </a:solidFill>
              </a:rPr>
              <a:t>ass Assignment</a:t>
            </a:r>
            <a:r>
              <a:rPr lang="en-DK" sz="2000" noProof="0" dirty="0">
                <a:solidFill>
                  <a:schemeClr val="bg1"/>
                </a:solidFill>
              </a:rPr>
              <a:t>?</a:t>
            </a:r>
            <a:endParaRPr lang="en-DK" sz="2000" dirty="0">
              <a:solidFill>
                <a:schemeClr val="bg1"/>
              </a:solidFill>
            </a:endParaRPr>
          </a:p>
          <a:p>
            <a:r>
              <a:rPr lang="da-DK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000" dirty="0">
                <a:solidFill>
                  <a:schemeClr val="bg1"/>
                </a:solidFill>
              </a:rPr>
              <a:t>Demonstration: Juice Shop</a:t>
            </a:r>
          </a:p>
          <a:p>
            <a:r>
              <a:rPr lang="da-DK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000" dirty="0">
                <a:solidFill>
                  <a:schemeClr val="bg1"/>
                </a:solidFill>
              </a:rPr>
              <a:t>F</a:t>
            </a:r>
            <a:r>
              <a:rPr lang="en-US" sz="2000" dirty="0" err="1">
                <a:solidFill>
                  <a:schemeClr val="bg1"/>
                </a:solidFill>
              </a:rPr>
              <a:t>orbedringer</a:t>
            </a:r>
            <a:endParaRPr lang="en-DK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E8CFA-8A87-7B4E-8BC1-C1F32982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7D97-EE74-013B-D96F-547413A7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 err="1">
                <a:solidFill>
                  <a:schemeClr val="bg1"/>
                </a:solidFill>
              </a:rPr>
              <a:t>Hvad</a:t>
            </a:r>
            <a:r>
              <a:rPr lang="en-DK" noProof="0" dirty="0">
                <a:solidFill>
                  <a:schemeClr val="bg1"/>
                </a:solidFill>
              </a:rPr>
              <a:t> er </a:t>
            </a:r>
            <a:r>
              <a:rPr lang="en-US" noProof="0" dirty="0">
                <a:solidFill>
                  <a:schemeClr val="bg1"/>
                </a:solidFill>
              </a:rPr>
              <a:t>Mass Assignment</a:t>
            </a:r>
            <a:r>
              <a:rPr lang="en-DK" noProof="0" dirty="0">
                <a:solidFill>
                  <a:schemeClr val="bg1"/>
                </a:solidFill>
              </a:rPr>
              <a:t>?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ADD96-E2D6-9771-0577-EDF0948C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noProof="0" dirty="0" err="1">
                <a:solidFill>
                  <a:schemeClr val="bg1"/>
                </a:solidFill>
              </a:rPr>
              <a:t>Programerings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teknik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en-DK" dirty="0" err="1">
                <a:solidFill>
                  <a:schemeClr val="bg1"/>
                </a:solidFill>
              </a:rPr>
              <a:t>Sammenhæng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en-DK" dirty="0">
                <a:solidFill>
                  <a:schemeClr val="bg1"/>
                </a:solidFill>
              </a:rPr>
              <a:t>Bruger input</a:t>
            </a:r>
          </a:p>
          <a:p>
            <a:pPr lvl="1"/>
            <a:r>
              <a:rPr lang="en-DK" noProof="0" dirty="0" err="1">
                <a:solidFill>
                  <a:schemeClr val="bg1"/>
                </a:solidFill>
              </a:rPr>
              <a:t>Objekter</a:t>
            </a:r>
            <a:endParaRPr lang="en-DK" noProof="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6BD8A7-3100-937D-709F-D33EDBB17CF8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6186055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7815D58-0DDC-9164-B6B4-49AA87BC7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785" y="2550824"/>
            <a:ext cx="7442214" cy="387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30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DAA4D-33F3-F29F-D815-B91A4CE8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B15B-9A49-296A-C7EA-D9A660AA1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>
                <a:solidFill>
                  <a:schemeClr val="bg1"/>
                </a:solidFill>
              </a:rPr>
              <a:t>Demonstration med Juice shop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834E0-5439-87D4-62E1-C5D5D0299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Mass assignment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Precondition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Steps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Forventet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resultat</a:t>
            </a: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Egenligt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resultat</a:t>
            </a:r>
            <a:endParaRPr lang="da-DK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DK" dirty="0">
              <a:solidFill>
                <a:schemeClr val="bg1"/>
              </a:solidFill>
            </a:endParaRPr>
          </a:p>
          <a:p>
            <a:endParaRPr lang="en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3521BF-819F-6EC3-8F71-B6E249086576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7150331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2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26FC6-A201-1C2D-E02B-B34B02F7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0C45-F3A5-64FB-440E-04310D1F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 err="1">
                <a:solidFill>
                  <a:schemeClr val="bg1"/>
                </a:solidFill>
              </a:rPr>
              <a:t>Forbyggelse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2005-A602-722D-3444-89283B64D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DK" noProof="0" dirty="0">
                <a:solidFill>
                  <a:schemeClr val="bg1"/>
                </a:solidFill>
              </a:rPr>
              <a:t>White</a:t>
            </a:r>
            <a:r>
              <a:rPr lang="en-DK" dirty="0">
                <a:solidFill>
                  <a:schemeClr val="bg1"/>
                </a:solidFill>
              </a:rPr>
              <a:t>list</a:t>
            </a:r>
          </a:p>
          <a:p>
            <a:r>
              <a:rPr lang="en-DK" dirty="0">
                <a:solidFill>
                  <a:schemeClr val="bg1"/>
                </a:solidFill>
              </a:rPr>
              <a:t>Blacklist</a:t>
            </a:r>
          </a:p>
          <a:p>
            <a:r>
              <a:rPr lang="en-US" noProof="0" dirty="0">
                <a:solidFill>
                  <a:schemeClr val="bg1"/>
                </a:solidFill>
              </a:rPr>
              <a:t> Data Transfer Objects</a:t>
            </a:r>
            <a:r>
              <a:rPr lang="en-DK" noProof="0" dirty="0">
                <a:solidFill>
                  <a:schemeClr val="bg1"/>
                </a:solidFill>
              </a:rPr>
              <a:t> (DTOs)</a:t>
            </a: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86E010-83D9-2B27-494E-53E48ACD5DA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035531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shield with a lock&#10;&#10;AI-generated content may be incorrect.">
            <a:extLst>
              <a:ext uri="{FF2B5EF4-FFF2-40B4-BE49-F238E27FC236}">
                <a16:creationId xmlns:a16="http://schemas.microsoft.com/office/drawing/2014/main" id="{735DE260-74E0-D0A4-DCE5-2942FAB40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388" y="1825625"/>
            <a:ext cx="3780905" cy="378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89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4244</TotalTime>
  <Words>304</Words>
  <Application>Microsoft Office PowerPoint</Application>
  <PresentationFormat>Widescreen</PresentationFormat>
  <Paragraphs>50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Demonstrer hvordan du kan manipulere data i en applikations og der med dens tilstand.</vt:lpstr>
      <vt:lpstr>Agenda</vt:lpstr>
      <vt:lpstr>Hvad er Mass Assignment?</vt:lpstr>
      <vt:lpstr>Demonstration med Juice shop</vt:lpstr>
      <vt:lpstr>Forbyggelse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224</cp:revision>
  <dcterms:created xsi:type="dcterms:W3CDTF">2025-11-06T19:46:54Z</dcterms:created>
  <dcterms:modified xsi:type="dcterms:W3CDTF">2025-12-03T09:04:00Z</dcterms:modified>
</cp:coreProperties>
</file>