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7" r:id="rId3"/>
    <p:sldId id="266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6642-45DF-DA64-6904-DC4E8FBD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4E56-6BE8-0343-6E29-E2E7A4A40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57FDA-BED5-7C08-8EAA-D5799AAB7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7FF2-BFAF-333E-77D0-9525416AE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4322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A609-9B87-6A2F-72EE-AABFC5B5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A3648-75BB-CE4E-AC34-174F716A9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5456B-0AAD-EFDE-BD46-E3D12A8FB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B8AA6-A0BB-E385-2F5C-57F7274DB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21611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DBE9-1658-4B0B-8B87-01E0DCB8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AEB66-0357-3E17-8270-8FD9AF4F6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7B46F-766E-1FE2-D9A5-3D6213DBE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737D3-1B6E-3E4A-99B9-2DC8C919A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8893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1B3B-7161-B54E-3977-0C2430F3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C19FD-E5A3-4655-1CDB-D34268C60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08A2C-BA53-F3B4-8FD8-88F64D9BF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C686-29DE-BE48-1CB8-C847A249F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4589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14/12/2025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 fontScale="90000"/>
          </a:bodyPr>
          <a:lstStyle/>
          <a:p>
            <a:pPr algn="l"/>
            <a:r>
              <a:rPr lang="da-DK" sz="5100" noProof="0" dirty="0">
                <a:solidFill>
                  <a:schemeClr val="bg1"/>
                </a:solidFill>
              </a:rPr>
              <a:t>Hvilken rolle spiller standarder og lovgivning i etableringen af et IT-governance grundlag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6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noProof="0" dirty="0">
                <a:solidFill>
                  <a:schemeClr val="bg1"/>
                </a:solidFill>
              </a:rPr>
              <a:t>Hvad er et ISMS system?</a:t>
            </a:r>
            <a:endParaRPr lang="en-DK" sz="2600" noProof="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600" dirty="0">
                <a:solidFill>
                  <a:schemeClr val="bg1"/>
                </a:solidFill>
              </a:rPr>
              <a:t>ISO 27001</a:t>
            </a:r>
            <a:endParaRPr lang="en-DK" sz="260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>
                <a:solidFill>
                  <a:schemeClr val="bg1"/>
                </a:solidFill>
              </a:rPr>
              <a:t>NIS2 &amp; </a:t>
            </a:r>
            <a:r>
              <a:rPr lang="en-DK" sz="2600" noProof="0" dirty="0">
                <a:solidFill>
                  <a:schemeClr val="bg1"/>
                </a:solidFill>
              </a:rPr>
              <a:t>GDPR</a:t>
            </a: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>
                <a:solidFill>
                  <a:schemeClr val="bg1"/>
                </a:solidFill>
              </a:rPr>
              <a:t>SOA</a:t>
            </a:r>
            <a:endParaRPr lang="da-DK" sz="2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5D69B-8DFE-8606-D82B-2CE3A59E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2EC0-EAE4-3E06-DBBC-1FFA7F5A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Hvad er et ISMS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FB8F-DD67-34BA-D048-6F92962D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K" noProof="0" dirty="0" err="1">
                <a:solidFill>
                  <a:schemeClr val="bg1"/>
                </a:solidFill>
              </a:rPr>
              <a:t>Hvorfor</a:t>
            </a:r>
            <a:r>
              <a:rPr lang="en-DK" noProof="0" dirty="0">
                <a:solidFill>
                  <a:schemeClr val="bg1"/>
                </a:solidFill>
              </a:rPr>
              <a:t> b</a:t>
            </a:r>
            <a:r>
              <a:rPr lang="en-US" noProof="0" dirty="0" err="1">
                <a:solidFill>
                  <a:schemeClr val="bg1"/>
                </a:solidFill>
              </a:rPr>
              <a:t>ur</a:t>
            </a:r>
            <a:r>
              <a:rPr lang="en-DK" noProof="0" dirty="0">
                <a:solidFill>
                  <a:schemeClr val="bg1"/>
                </a:solidFill>
              </a:rPr>
              <a:t>ger </a:t>
            </a:r>
            <a:r>
              <a:rPr lang="en-DK" noProof="0" dirty="0" err="1">
                <a:solidFill>
                  <a:schemeClr val="bg1"/>
                </a:solidFill>
              </a:rPr>
              <a:t>nordenerginet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dette</a:t>
            </a:r>
            <a:r>
              <a:rPr lang="en-DK" noProof="0" dirty="0">
                <a:solidFill>
                  <a:schemeClr val="bg1"/>
                </a:solidFill>
              </a:rPr>
              <a:t>?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AE8148-AC63-7520-DE47-64EAF7064974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6207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58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03FC5-FD2D-15FD-E82C-998F7078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2458-29A8-1317-0C54-E379DB8F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ISO 27001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63B0B-612E-696F-8B37-0549544F0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K" noProof="0" dirty="0">
                <a:solidFill>
                  <a:schemeClr val="bg1"/>
                </a:solidFill>
              </a:rPr>
              <a:t>Guideline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7E395B-8500-39BA-746C-25D402317A00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2478578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78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3D987-01F9-3C8C-17E0-37C092C9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95DD-24E1-6D6C-1B29-B0EDA845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NIS2 &amp; GDPR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3318B-7052-EF58-D47B-BC32F8CB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K" noProof="0" dirty="0" err="1">
                <a:solidFill>
                  <a:schemeClr val="bg1"/>
                </a:solidFill>
              </a:rPr>
              <a:t>Hårde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lov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krav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AB04AE-593A-A33B-6246-B97373DF5C4A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193473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47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31AEA-900B-2999-494E-B7C51A9F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FC09-1FDB-D957-90F7-1DAD1750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Statement of </a:t>
            </a:r>
            <a:r>
              <a:rPr lang="en-DK" noProof="0" dirty="0" err="1">
                <a:solidFill>
                  <a:schemeClr val="bg1"/>
                </a:solidFill>
              </a:rPr>
              <a:t>aplicability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A26A2-FADC-AC5D-98F4-82017F240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noProof="0" dirty="0">
                <a:solidFill>
                  <a:schemeClr val="bg1"/>
                </a:solidFill>
              </a:rPr>
              <a:t>formelle dokumentation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2E697C-0895-FF2C-C08C-9703093FD06D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604164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531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7825</TotalTime>
  <Words>70</Words>
  <Application>Microsoft Office PowerPoint</Application>
  <PresentationFormat>Widescreen</PresentationFormat>
  <Paragraphs>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Hvilken rolle spiller standarder og lovgivning i etableringen af et IT-governance grundlag</vt:lpstr>
      <vt:lpstr>Agenda</vt:lpstr>
      <vt:lpstr>Hvad er et ISMS system?</vt:lpstr>
      <vt:lpstr>ISO 27001</vt:lpstr>
      <vt:lpstr>NIS2 &amp; GDPR</vt:lpstr>
      <vt:lpstr>Statement of aplicability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364</cp:revision>
  <dcterms:created xsi:type="dcterms:W3CDTF">2025-11-06T19:46:54Z</dcterms:created>
  <dcterms:modified xsi:type="dcterms:W3CDTF">2025-12-15T08:48:31Z</dcterms:modified>
</cp:coreProperties>
</file>