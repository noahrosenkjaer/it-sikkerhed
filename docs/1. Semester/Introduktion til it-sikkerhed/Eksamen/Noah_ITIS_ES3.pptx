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7" r:id="rId3"/>
    <p:sldId id="259" r:id="rId4"/>
    <p:sldId id="260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80226" autoAdjust="0"/>
  </p:normalViewPr>
  <p:slideViewPr>
    <p:cSldViewPr snapToGrid="0">
      <p:cViewPr varScale="1">
        <p:scale>
          <a:sx n="77" d="100"/>
          <a:sy n="77" d="100"/>
        </p:scale>
        <p:origin x="5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0D549-607A-4532-9BBA-0ADD9F3A870B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7EFCB-B5C0-4096-864F-EF55794659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968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54AE2-50C4-4E98-A080-E77C3FEA5DCF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90053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dirty="0"/>
              <a:t>En </a:t>
            </a:r>
            <a:r>
              <a:rPr lang="en-DK" dirty="0" err="1"/>
              <a:t>datab</a:t>
            </a:r>
            <a:r>
              <a:rPr lang="en-US" dirty="0"/>
              <a:t>a</a:t>
            </a:r>
            <a:r>
              <a:rPr lang="en-DK" dirty="0"/>
              <a:t>se </a:t>
            </a:r>
            <a:r>
              <a:rPr lang="en-DK" dirty="0" err="1"/>
              <a:t>består</a:t>
            </a:r>
            <a:r>
              <a:rPr lang="en-DK" dirty="0"/>
              <a:t> </a:t>
            </a:r>
            <a:r>
              <a:rPr lang="en-DK" dirty="0" err="1"/>
              <a:t>af</a:t>
            </a:r>
            <a:r>
              <a:rPr lang="en-DK" dirty="0"/>
              <a:t> </a:t>
            </a:r>
            <a:r>
              <a:rPr lang="en-DK" dirty="0" err="1"/>
              <a:t>tabeller</a:t>
            </a:r>
            <a:r>
              <a:rPr lang="en-DK" dirty="0"/>
              <a:t>, </a:t>
            </a:r>
            <a:r>
              <a:rPr lang="en-DK" dirty="0" err="1"/>
              <a:t>som</a:t>
            </a:r>
            <a:r>
              <a:rPr lang="en-DK" dirty="0"/>
              <a:t> </a:t>
            </a:r>
            <a:r>
              <a:rPr lang="en-DK" dirty="0" err="1"/>
              <a:t>indeholder</a:t>
            </a:r>
            <a:r>
              <a:rPr lang="en-DK" dirty="0"/>
              <a:t> </a:t>
            </a:r>
            <a:r>
              <a:rPr lang="en-DK" dirty="0" err="1"/>
              <a:t>rækker</a:t>
            </a:r>
            <a:r>
              <a:rPr lang="en-DK" dirty="0"/>
              <a:t> </a:t>
            </a:r>
            <a:r>
              <a:rPr lang="en-DK" dirty="0" err="1"/>
              <a:t>og</a:t>
            </a:r>
            <a:r>
              <a:rPr lang="en-DK" dirty="0"/>
              <a:t> </a:t>
            </a:r>
            <a:r>
              <a:rPr lang="en-DK" dirty="0" err="1"/>
              <a:t>kolonner</a:t>
            </a:r>
            <a:r>
              <a:rPr lang="en-DK" dirty="0"/>
              <a:t>. </a:t>
            </a:r>
            <a:r>
              <a:rPr lang="en-DK" dirty="0" err="1"/>
              <a:t>Hver</a:t>
            </a:r>
            <a:r>
              <a:rPr lang="en-DK" dirty="0"/>
              <a:t> tab</a:t>
            </a:r>
            <a:r>
              <a:rPr lang="en-US" dirty="0"/>
              <a:t>le</a:t>
            </a:r>
            <a:r>
              <a:rPr lang="en-DK" dirty="0"/>
              <a:t> </a:t>
            </a:r>
            <a:r>
              <a:rPr lang="en-DK" dirty="0" err="1"/>
              <a:t>har</a:t>
            </a:r>
            <a:r>
              <a:rPr lang="en-DK" dirty="0"/>
              <a:t> </a:t>
            </a:r>
            <a:r>
              <a:rPr lang="en-DK" dirty="0" err="1"/>
              <a:t>en</a:t>
            </a:r>
            <a:r>
              <a:rPr lang="en-DK" dirty="0"/>
              <a:t> primary key </a:t>
            </a:r>
            <a:r>
              <a:rPr lang="en-DK" dirty="0" err="1"/>
              <a:t>som</a:t>
            </a:r>
            <a:r>
              <a:rPr lang="en-DK" dirty="0"/>
              <a:t> </a:t>
            </a:r>
            <a:r>
              <a:rPr lang="en-DK" dirty="0" err="1"/>
              <a:t>representere</a:t>
            </a:r>
            <a:r>
              <a:rPr lang="en-DK" dirty="0"/>
              <a:t> </a:t>
            </a:r>
            <a:r>
              <a:rPr lang="en-DK" dirty="0" err="1"/>
              <a:t>hver</a:t>
            </a:r>
            <a:r>
              <a:rPr lang="en-DK" dirty="0"/>
              <a:t> </a:t>
            </a:r>
            <a:r>
              <a:rPr lang="en-DK" dirty="0" err="1"/>
              <a:t>række</a:t>
            </a:r>
            <a:r>
              <a:rPr lang="en-DK" dirty="0"/>
              <a:t> </a:t>
            </a:r>
            <a:r>
              <a:rPr lang="en-DK" dirty="0" err="1"/>
              <a:t>i</a:t>
            </a:r>
            <a:r>
              <a:rPr lang="en-DK" dirty="0"/>
              <a:t> </a:t>
            </a:r>
            <a:r>
              <a:rPr lang="en-DK" dirty="0" err="1"/>
              <a:t>tabellen</a:t>
            </a:r>
            <a:r>
              <a:rPr lang="en-DK" dirty="0"/>
              <a:t>, </a:t>
            </a:r>
            <a:r>
              <a:rPr lang="en-DK" dirty="0" err="1"/>
              <a:t>og</a:t>
            </a:r>
            <a:r>
              <a:rPr lang="en-DK" dirty="0"/>
              <a:t> </a:t>
            </a:r>
            <a:r>
              <a:rPr lang="en-DK" dirty="0" err="1"/>
              <a:t>en</a:t>
            </a:r>
            <a:r>
              <a:rPr lang="en-DK" dirty="0"/>
              <a:t> </a:t>
            </a:r>
            <a:r>
              <a:rPr lang="en-DK" b="0" dirty="0"/>
              <a:t>foreign key.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b="0" dirty="0"/>
              <a:t>Det er den foreign key </a:t>
            </a:r>
            <a:r>
              <a:rPr lang="en-DK" b="0" dirty="0" err="1"/>
              <a:t>som</a:t>
            </a:r>
            <a:r>
              <a:rPr lang="en-DK" b="0" dirty="0"/>
              <a:t> </a:t>
            </a:r>
            <a:r>
              <a:rPr lang="en-DK" b="0" dirty="0" err="1"/>
              <a:t>som</a:t>
            </a:r>
            <a:r>
              <a:rPr lang="en-DK" b="0" dirty="0"/>
              <a:t> </a:t>
            </a:r>
            <a:r>
              <a:rPr lang="en-DK" b="0" dirty="0" err="1"/>
              <a:t>refererer</a:t>
            </a:r>
            <a:r>
              <a:rPr lang="en-DK" b="0" dirty="0"/>
              <a:t> </a:t>
            </a:r>
            <a:r>
              <a:rPr lang="en-DK" b="0" dirty="0" err="1"/>
              <a:t>til</a:t>
            </a:r>
            <a:r>
              <a:rPr lang="en-DK" b="0" dirty="0"/>
              <a:t> </a:t>
            </a:r>
            <a:r>
              <a:rPr lang="en-DK" b="0" dirty="0" err="1"/>
              <a:t>en</a:t>
            </a:r>
            <a:r>
              <a:rPr lang="en-DK" b="0" dirty="0"/>
              <a:t> primary key </a:t>
            </a:r>
            <a:r>
              <a:rPr lang="en-DK" b="0" dirty="0" err="1"/>
              <a:t>i</a:t>
            </a:r>
            <a:r>
              <a:rPr lang="en-DK" b="0" dirty="0"/>
              <a:t> </a:t>
            </a:r>
            <a:r>
              <a:rPr lang="en-DK" b="0" dirty="0" err="1"/>
              <a:t>en</a:t>
            </a:r>
            <a:r>
              <a:rPr lang="en-DK" b="0" dirty="0"/>
              <a:t> </a:t>
            </a:r>
            <a:r>
              <a:rPr lang="en-DK" b="0" dirty="0" err="1"/>
              <a:t>anden</a:t>
            </a:r>
            <a:r>
              <a:rPr lang="en-DK" b="0" dirty="0"/>
              <a:t> tab</a:t>
            </a:r>
            <a:r>
              <a:rPr lang="en-US" b="0" dirty="0"/>
              <a:t>le</a:t>
            </a:r>
            <a:r>
              <a:rPr lang="en-DK" b="0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SQL (Structured Query Language)</a:t>
            </a:r>
            <a:r>
              <a:rPr lang="en-DK" dirty="0"/>
              <a:t> er et sprog man b</a:t>
            </a:r>
            <a:r>
              <a:rPr lang="en-US" dirty="0" err="1"/>
              <a:t>ur</a:t>
            </a:r>
            <a:r>
              <a:rPr lang="en-DK" dirty="0"/>
              <a:t>ger </a:t>
            </a:r>
            <a:r>
              <a:rPr lang="en-DK" dirty="0" err="1"/>
              <a:t>til</a:t>
            </a:r>
            <a:r>
              <a:rPr lang="en-DK" dirty="0"/>
              <a:t> at </a:t>
            </a:r>
            <a:r>
              <a:rPr lang="en-US" dirty="0" err="1"/>
              <a:t>administrere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manipulere</a:t>
            </a:r>
            <a:r>
              <a:rPr lang="en-US" dirty="0"/>
              <a:t> data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relationsdatabase</a:t>
            </a:r>
            <a:r>
              <a:rPr lang="en-US" dirty="0"/>
              <a:t>.</a:t>
            </a:r>
            <a:endParaRPr lang="en-DK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dirty="0"/>
              <a:t>Jeg </a:t>
            </a:r>
            <a:r>
              <a:rPr lang="en-DK" dirty="0" err="1"/>
              <a:t>vil</a:t>
            </a:r>
            <a:r>
              <a:rPr lang="en-DK" dirty="0"/>
              <a:t> </a:t>
            </a:r>
            <a:r>
              <a:rPr lang="en-DK" dirty="0" err="1"/>
              <a:t>senere</a:t>
            </a:r>
            <a:r>
              <a:rPr lang="en-DK" dirty="0"/>
              <a:t> </a:t>
            </a:r>
            <a:r>
              <a:rPr lang="en-DK" dirty="0" err="1"/>
              <a:t>bruge</a:t>
            </a:r>
            <a:r>
              <a:rPr lang="en-DK" dirty="0"/>
              <a:t> SQLite3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21721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38891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K" dirty="0" err="1"/>
              <a:t>Linje</a:t>
            </a:r>
            <a:r>
              <a:rPr lang="en-DK" dirty="0"/>
              <a:t> 1: Her </a:t>
            </a:r>
            <a:r>
              <a:rPr lang="en-DK" dirty="0" err="1"/>
              <a:t>importere</a:t>
            </a:r>
            <a:r>
              <a:rPr lang="en-DK" dirty="0"/>
              <a:t> </a:t>
            </a:r>
            <a:r>
              <a:rPr lang="en-DK" dirty="0" err="1"/>
              <a:t>jeg</a:t>
            </a:r>
            <a:r>
              <a:rPr lang="en-DK" dirty="0"/>
              <a:t> sqlite3 </a:t>
            </a:r>
            <a:r>
              <a:rPr lang="en-DK" dirty="0" err="1"/>
              <a:t>biblioteket</a:t>
            </a:r>
            <a:r>
              <a:rPr lang="en-DK" dirty="0"/>
              <a:t>, </a:t>
            </a:r>
            <a:r>
              <a:rPr lang="en-DK" dirty="0" err="1"/>
              <a:t>som</a:t>
            </a:r>
            <a:r>
              <a:rPr lang="en-DK" dirty="0"/>
              <a:t> </a:t>
            </a:r>
            <a:r>
              <a:rPr lang="en-DK" dirty="0" err="1"/>
              <a:t>gør</a:t>
            </a:r>
            <a:r>
              <a:rPr lang="en-DK" dirty="0"/>
              <a:t> </a:t>
            </a:r>
            <a:r>
              <a:rPr lang="en-DK" dirty="0" err="1"/>
              <a:t>atpython</a:t>
            </a:r>
            <a:r>
              <a:rPr lang="en-DK" dirty="0"/>
              <a:t> </a:t>
            </a:r>
            <a:r>
              <a:rPr lang="en-DK" dirty="0" err="1"/>
              <a:t>kan</a:t>
            </a:r>
            <a:r>
              <a:rPr lang="en-DK" dirty="0"/>
              <a:t> </a:t>
            </a:r>
            <a:r>
              <a:rPr lang="en-DK" dirty="0" err="1"/>
              <a:t>interagere</a:t>
            </a:r>
            <a:r>
              <a:rPr lang="en-DK" dirty="0"/>
              <a:t> med SQLite </a:t>
            </a:r>
            <a:r>
              <a:rPr lang="en-DK" dirty="0" err="1"/>
              <a:t>databaser</a:t>
            </a:r>
            <a:r>
              <a:rPr lang="en-DK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DK" dirty="0"/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K" dirty="0" err="1"/>
              <a:t>Linje</a:t>
            </a:r>
            <a:r>
              <a:rPr lang="en-DK" dirty="0"/>
              <a:t> 4: </a:t>
            </a:r>
            <a:r>
              <a:rPr lang="en-DK" dirty="0" err="1"/>
              <a:t>Skaber</a:t>
            </a:r>
            <a:r>
              <a:rPr lang="en-DK" dirty="0"/>
              <a:t> </a:t>
            </a:r>
            <a:r>
              <a:rPr lang="en-DK" dirty="0" err="1"/>
              <a:t>en</a:t>
            </a:r>
            <a:r>
              <a:rPr lang="en-DK" dirty="0"/>
              <a:t> </a:t>
            </a:r>
            <a:r>
              <a:rPr lang="en-DK" dirty="0" err="1"/>
              <a:t>forbindelse</a:t>
            </a:r>
            <a:r>
              <a:rPr lang="en-DK" dirty="0"/>
              <a:t> </a:t>
            </a:r>
            <a:r>
              <a:rPr lang="en-DK" dirty="0" err="1"/>
              <a:t>til</a:t>
            </a:r>
            <a:r>
              <a:rPr lang="en-DK" dirty="0"/>
              <a:t> </a:t>
            </a:r>
            <a:r>
              <a:rPr lang="en-DK" dirty="0" err="1"/>
              <a:t>databasen</a:t>
            </a:r>
            <a:r>
              <a:rPr lang="en-DK" dirty="0"/>
              <a:t> “</a:t>
            </a:r>
            <a:r>
              <a:rPr lang="en-DK" dirty="0" err="1"/>
              <a:t>users.db</a:t>
            </a:r>
            <a:r>
              <a:rPr lang="en-DK" dirty="0"/>
              <a:t>” </a:t>
            </a:r>
            <a:r>
              <a:rPr lang="en-DK" dirty="0" err="1"/>
              <a:t>eller</a:t>
            </a:r>
            <a:r>
              <a:rPr lang="en-DK" dirty="0"/>
              <a:t> laver den </a:t>
            </a:r>
            <a:r>
              <a:rPr lang="en-DK" dirty="0" err="1"/>
              <a:t>hvis</a:t>
            </a:r>
            <a:r>
              <a:rPr lang="en-DK" dirty="0"/>
              <a:t> </a:t>
            </a:r>
            <a:r>
              <a:rPr lang="en-DK" dirty="0" err="1"/>
              <a:t>filen</a:t>
            </a:r>
            <a:r>
              <a:rPr lang="en-DK" dirty="0"/>
              <a:t> </a:t>
            </a:r>
            <a:r>
              <a:rPr lang="en-DK" dirty="0" err="1"/>
              <a:t>ikke</a:t>
            </a:r>
            <a:r>
              <a:rPr lang="en-DK" dirty="0"/>
              <a:t> </a:t>
            </a:r>
            <a:r>
              <a:rPr lang="en-DK" dirty="0" err="1"/>
              <a:t>allerede</a:t>
            </a:r>
            <a:r>
              <a:rPr lang="en-DK" dirty="0"/>
              <a:t> </a:t>
            </a:r>
            <a:r>
              <a:rPr lang="en-DK" dirty="0" err="1"/>
              <a:t>eksistere</a:t>
            </a:r>
            <a:r>
              <a:rPr lang="en-DK" dirty="0"/>
              <a:t>. </a:t>
            </a:r>
            <a:r>
              <a:rPr lang="en-GB" dirty="0"/>
              <a:t>C</a:t>
            </a:r>
            <a:r>
              <a:rPr lang="en-DK" dirty="0" err="1"/>
              <a:t>onn</a:t>
            </a:r>
            <a:r>
              <a:rPr lang="en-DK" dirty="0"/>
              <a:t> er nu et </a:t>
            </a:r>
            <a:r>
              <a:rPr lang="en-DK" dirty="0" err="1"/>
              <a:t>obje</a:t>
            </a:r>
            <a:r>
              <a:rPr lang="en-GB" dirty="0"/>
              <a:t>c</a:t>
            </a:r>
            <a:r>
              <a:rPr lang="en-DK" dirty="0"/>
              <a:t>t </a:t>
            </a:r>
            <a:r>
              <a:rPr lang="en-DK" dirty="0" err="1"/>
              <a:t>som</a:t>
            </a:r>
            <a:r>
              <a:rPr lang="en-DK" dirty="0"/>
              <a:t> </a:t>
            </a:r>
            <a:r>
              <a:rPr lang="en-DK" dirty="0" err="1"/>
              <a:t>håntere</a:t>
            </a:r>
            <a:r>
              <a:rPr lang="en-DK" dirty="0"/>
              <a:t> </a:t>
            </a:r>
            <a:r>
              <a:rPr lang="en-DK" dirty="0" err="1"/>
              <a:t>forbindelsen</a:t>
            </a:r>
            <a:r>
              <a:rPr lang="en-DK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DK" dirty="0"/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K" dirty="0" err="1"/>
              <a:t>Linje</a:t>
            </a:r>
            <a:r>
              <a:rPr lang="en-DK" dirty="0"/>
              <a:t> 6: </a:t>
            </a:r>
            <a:r>
              <a:rPr lang="en-DK" dirty="0" err="1"/>
              <a:t>Skaber</a:t>
            </a:r>
            <a:r>
              <a:rPr lang="en-DK" dirty="0"/>
              <a:t> </a:t>
            </a:r>
            <a:r>
              <a:rPr lang="en-DK" dirty="0" err="1"/>
              <a:t>en</a:t>
            </a:r>
            <a:r>
              <a:rPr lang="en-DK" dirty="0"/>
              <a:t> database curser </a:t>
            </a:r>
            <a:r>
              <a:rPr lang="en-DK" dirty="0" err="1"/>
              <a:t>som</a:t>
            </a:r>
            <a:r>
              <a:rPr lang="en-DK" dirty="0"/>
              <a:t> </a:t>
            </a:r>
            <a:r>
              <a:rPr lang="en-DK" dirty="0" err="1"/>
              <a:t>håntere</a:t>
            </a:r>
            <a:r>
              <a:rPr lang="en-DK" dirty="0"/>
              <a:t> at </a:t>
            </a:r>
            <a:r>
              <a:rPr lang="en-DK" dirty="0" err="1"/>
              <a:t>eksikvere</a:t>
            </a:r>
            <a:r>
              <a:rPr lang="en-DK" dirty="0"/>
              <a:t> SQL </a:t>
            </a:r>
            <a:r>
              <a:rPr lang="en-DK" dirty="0" err="1"/>
              <a:t>kommandoer</a:t>
            </a:r>
            <a:r>
              <a:rPr lang="en-DK" dirty="0"/>
              <a:t> </a:t>
            </a:r>
            <a:r>
              <a:rPr lang="en-DK" dirty="0" err="1"/>
              <a:t>og</a:t>
            </a:r>
            <a:r>
              <a:rPr lang="en-DK" dirty="0"/>
              <a:t> </a:t>
            </a:r>
            <a:r>
              <a:rPr lang="en-DK" dirty="0" err="1"/>
              <a:t>hente</a:t>
            </a:r>
            <a:r>
              <a:rPr lang="en-DK" dirty="0"/>
              <a:t> </a:t>
            </a:r>
            <a:r>
              <a:rPr lang="en-DK" dirty="0" err="1"/>
              <a:t>resultater</a:t>
            </a:r>
            <a:r>
              <a:rPr lang="en-DK" dirty="0"/>
              <a:t> </a:t>
            </a:r>
            <a:r>
              <a:rPr lang="en-DK" dirty="0" err="1"/>
              <a:t>fra</a:t>
            </a:r>
            <a:r>
              <a:rPr lang="en-DK" dirty="0"/>
              <a:t> </a:t>
            </a:r>
            <a:r>
              <a:rPr lang="en-DK" dirty="0" err="1"/>
              <a:t>databasen</a:t>
            </a:r>
            <a:r>
              <a:rPr lang="en-DK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DK" dirty="0"/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K" dirty="0" err="1"/>
              <a:t>Linje</a:t>
            </a:r>
            <a:r>
              <a:rPr lang="en-DK" dirty="0"/>
              <a:t> 9-11: Bruger den </a:t>
            </a:r>
            <a:r>
              <a:rPr lang="en-DK" dirty="0" err="1"/>
              <a:t>forbindelse</a:t>
            </a:r>
            <a:r>
              <a:rPr lang="en-DK" dirty="0"/>
              <a:t> </a:t>
            </a:r>
            <a:r>
              <a:rPr lang="en-DK" dirty="0" err="1"/>
              <a:t>som</a:t>
            </a:r>
            <a:r>
              <a:rPr lang="en-DK" dirty="0"/>
              <a:t> </a:t>
            </a:r>
            <a:r>
              <a:rPr lang="en-DK" dirty="0" err="1"/>
              <a:t>blev</a:t>
            </a:r>
            <a:r>
              <a:rPr lang="en-DK" dirty="0"/>
              <a:t> </a:t>
            </a:r>
            <a:r>
              <a:rPr lang="en-DK" dirty="0" err="1"/>
              <a:t>skabt</a:t>
            </a:r>
            <a:r>
              <a:rPr lang="en-DK" dirty="0"/>
              <a:t> </a:t>
            </a:r>
            <a:r>
              <a:rPr lang="en-DK" dirty="0" err="1"/>
              <a:t>før</a:t>
            </a:r>
            <a:r>
              <a:rPr lang="en-DK" dirty="0"/>
              <a:t>, </a:t>
            </a:r>
            <a:r>
              <a:rPr lang="en-DK" dirty="0" err="1"/>
              <a:t>og</a:t>
            </a:r>
            <a:r>
              <a:rPr lang="en-DK" dirty="0"/>
              <a:t> </a:t>
            </a:r>
            <a:r>
              <a:rPr lang="en-DK" dirty="0" err="1"/>
              <a:t>skriver</a:t>
            </a:r>
            <a:r>
              <a:rPr lang="en-DK" dirty="0"/>
              <a:t> SQL </a:t>
            </a:r>
            <a:r>
              <a:rPr lang="en-DK" dirty="0" err="1"/>
              <a:t>kommandoer</a:t>
            </a:r>
            <a:endParaRPr lang="en-DK" dirty="0"/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K" dirty="0"/>
              <a:t>    </a:t>
            </a:r>
            <a:r>
              <a:rPr lang="en-DK" dirty="0" err="1"/>
              <a:t>Linje</a:t>
            </a:r>
            <a:r>
              <a:rPr lang="en-DK" dirty="0"/>
              <a:t> 10: </a:t>
            </a:r>
            <a:r>
              <a:rPr lang="en-DK" dirty="0" err="1"/>
              <a:t>Fjerne</a:t>
            </a:r>
            <a:r>
              <a:rPr lang="en-DK" dirty="0"/>
              <a:t> “Users” </a:t>
            </a:r>
            <a:r>
              <a:rPr lang="en-DK" dirty="0" err="1"/>
              <a:t>tabellen</a:t>
            </a:r>
            <a:r>
              <a:rPr lang="en-DK" dirty="0"/>
              <a:t> </a:t>
            </a:r>
            <a:r>
              <a:rPr lang="en-DK" dirty="0" err="1"/>
              <a:t>hvis</a:t>
            </a:r>
            <a:r>
              <a:rPr lang="en-DK" dirty="0"/>
              <a:t> den </a:t>
            </a:r>
            <a:r>
              <a:rPr lang="en-DK" dirty="0" err="1"/>
              <a:t>eksistere</a:t>
            </a:r>
            <a:r>
              <a:rPr lang="en-DK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K" dirty="0"/>
              <a:t>    </a:t>
            </a:r>
            <a:r>
              <a:rPr lang="en-DK" dirty="0" err="1"/>
              <a:t>Linje</a:t>
            </a:r>
            <a:r>
              <a:rPr lang="en-DK" dirty="0"/>
              <a:t> 11: </a:t>
            </a:r>
            <a:r>
              <a:rPr lang="en-DK" dirty="0" err="1"/>
              <a:t>Skaber</a:t>
            </a:r>
            <a:r>
              <a:rPr lang="en-DK" dirty="0"/>
              <a:t> </a:t>
            </a:r>
            <a:r>
              <a:rPr lang="en-DK" dirty="0" err="1"/>
              <a:t>en</a:t>
            </a:r>
            <a:r>
              <a:rPr lang="en-DK" dirty="0"/>
              <a:t> </a:t>
            </a:r>
            <a:r>
              <a:rPr lang="en-DK" dirty="0" err="1"/>
              <a:t>ny</a:t>
            </a:r>
            <a:r>
              <a:rPr lang="en-DK" dirty="0"/>
              <a:t> “Users” tab</a:t>
            </a:r>
            <a:r>
              <a:rPr lang="en-GB" dirty="0"/>
              <a:t>le</a:t>
            </a:r>
            <a:r>
              <a:rPr lang="en-DK" dirty="0"/>
              <a:t> </a:t>
            </a:r>
            <a:r>
              <a:rPr lang="en-DK" dirty="0" err="1"/>
              <a:t>som</a:t>
            </a:r>
            <a:r>
              <a:rPr lang="en-DK" dirty="0"/>
              <a:t> </a:t>
            </a:r>
            <a:r>
              <a:rPr lang="en-DK" dirty="0" err="1"/>
              <a:t>har</a:t>
            </a:r>
            <a:r>
              <a:rPr lang="en-DK" dirty="0"/>
              <a:t> 3 </a:t>
            </a:r>
            <a:r>
              <a:rPr lang="en-DK" dirty="0" err="1"/>
              <a:t>kolloner</a:t>
            </a:r>
            <a:r>
              <a:rPr lang="en-DK" dirty="0"/>
              <a:t> (id, username, password).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K" dirty="0"/>
              <a:t>NOTE: with conn er </a:t>
            </a:r>
            <a:r>
              <a:rPr lang="en-DK" dirty="0" err="1"/>
              <a:t>en</a:t>
            </a:r>
            <a:r>
              <a:rPr lang="en-DK" dirty="0"/>
              <a:t> “</a:t>
            </a:r>
            <a:r>
              <a:rPr lang="en-GB" dirty="0"/>
              <a:t>context manager</a:t>
            </a:r>
            <a:r>
              <a:rPr lang="en-DK" dirty="0"/>
              <a:t>” </a:t>
            </a:r>
            <a:r>
              <a:rPr lang="en-DK" dirty="0" err="1"/>
              <a:t>som</a:t>
            </a:r>
            <a:r>
              <a:rPr lang="en-DK" dirty="0"/>
              <a:t> auto </a:t>
            </a:r>
            <a:r>
              <a:rPr lang="en-DK" dirty="0" err="1"/>
              <a:t>commiter</a:t>
            </a:r>
            <a:r>
              <a:rPr lang="en-DK" dirty="0"/>
              <a:t>. </a:t>
            </a:r>
            <a:r>
              <a:rPr lang="en-DK" dirty="0" err="1"/>
              <a:t>Hvis</a:t>
            </a:r>
            <a:r>
              <a:rPr lang="en-DK" dirty="0"/>
              <a:t> der </a:t>
            </a:r>
            <a:r>
              <a:rPr lang="en-DK" dirty="0" err="1"/>
              <a:t>sker</a:t>
            </a:r>
            <a:r>
              <a:rPr lang="en-DK" dirty="0"/>
              <a:t> </a:t>
            </a:r>
            <a:r>
              <a:rPr lang="en-DK" dirty="0" err="1"/>
              <a:t>fejl</a:t>
            </a:r>
            <a:r>
              <a:rPr lang="en-DK" dirty="0"/>
              <a:t> </a:t>
            </a:r>
            <a:r>
              <a:rPr lang="en-DK" dirty="0" err="1"/>
              <a:t>i</a:t>
            </a:r>
            <a:r>
              <a:rPr lang="en-DK" dirty="0"/>
              <a:t> SQL queries </a:t>
            </a:r>
            <a:r>
              <a:rPr lang="en-DK" dirty="0" err="1"/>
              <a:t>går</a:t>
            </a:r>
            <a:r>
              <a:rPr lang="en-DK" dirty="0"/>
              <a:t> den </a:t>
            </a:r>
            <a:r>
              <a:rPr lang="en-DK" dirty="0" err="1"/>
              <a:t>tilbage</a:t>
            </a:r>
            <a:r>
              <a:rPr lang="en-DK" dirty="0"/>
              <a:t> </a:t>
            </a:r>
            <a:r>
              <a:rPr lang="en-DK" dirty="0" err="1"/>
              <a:t>til</a:t>
            </a:r>
            <a:r>
              <a:rPr lang="en-DK" dirty="0"/>
              <a:t> det </a:t>
            </a:r>
            <a:r>
              <a:rPr lang="en-DK" dirty="0" err="1"/>
              <a:t>sidst</a:t>
            </a:r>
            <a:r>
              <a:rPr lang="en-DK" dirty="0"/>
              <a:t> </a:t>
            </a:r>
            <a:r>
              <a:rPr lang="en-DK" dirty="0" err="1"/>
              <a:t>gemte</a:t>
            </a:r>
            <a:r>
              <a:rPr lang="en-DK" dirty="0"/>
              <a:t> </a:t>
            </a:r>
            <a:r>
              <a:rPr lang="en-DK" dirty="0" err="1"/>
              <a:t>automatisk</a:t>
            </a:r>
            <a:r>
              <a:rPr lang="en-DK" dirty="0"/>
              <a:t>. I </a:t>
            </a:r>
            <a:r>
              <a:rPr lang="en-DK" dirty="0" err="1"/>
              <a:t>stedet</a:t>
            </a:r>
            <a:r>
              <a:rPr lang="en-DK" dirty="0"/>
              <a:t> for at </a:t>
            </a:r>
            <a:r>
              <a:rPr lang="en-DK" dirty="0" err="1"/>
              <a:t>skrive</a:t>
            </a:r>
            <a:r>
              <a:rPr lang="en-DK" dirty="0"/>
              <a:t> </a:t>
            </a:r>
            <a:r>
              <a:rPr lang="en-DK" dirty="0" err="1"/>
              <a:t>conn.commit</a:t>
            </a:r>
            <a:r>
              <a:rPr lang="en-DK" dirty="0"/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DK" dirty="0"/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K" dirty="0" err="1"/>
              <a:t>Linje</a:t>
            </a:r>
            <a:r>
              <a:rPr lang="en-DK" dirty="0"/>
              <a:t> 14-16: Laver 2 </a:t>
            </a:r>
            <a:r>
              <a:rPr lang="en-DK" dirty="0" err="1"/>
              <a:t>brugere</a:t>
            </a:r>
            <a:r>
              <a:rPr lang="en-DK" dirty="0"/>
              <a:t>, med </a:t>
            </a:r>
            <a:r>
              <a:rPr lang="en-DK" dirty="0" err="1"/>
              <a:t>udername</a:t>
            </a:r>
            <a:r>
              <a:rPr lang="en-DK" dirty="0"/>
              <a:t> </a:t>
            </a:r>
            <a:r>
              <a:rPr lang="en-DK" dirty="0" err="1"/>
              <a:t>og</a:t>
            </a:r>
            <a:r>
              <a:rPr lang="en-DK" dirty="0"/>
              <a:t> password.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DK" dirty="0"/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70049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4A4A2-8F4A-FFA9-1588-47A1AD040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097501-ACCE-1490-E6E5-F14AF797B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DC119-9007-FF61-B773-63D6AB32F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DK" dirty="0"/>
          </a:p>
          <a:p>
            <a:r>
              <a:rPr lang="en-DK" dirty="0"/>
              <a:t>S</a:t>
            </a:r>
            <a:r>
              <a:rPr lang="en-GB" dirty="0"/>
              <a:t>å</a:t>
            </a:r>
            <a:r>
              <a:rPr lang="en-DK" dirty="0"/>
              <a:t>dan ser “User” </a:t>
            </a:r>
            <a:r>
              <a:rPr lang="en-DK" dirty="0" err="1"/>
              <a:t>tabellen</a:t>
            </a:r>
            <a:r>
              <a:rPr lang="en-DK" dirty="0"/>
              <a:t> </a:t>
            </a:r>
            <a:r>
              <a:rPr lang="en-DK" dirty="0" err="1"/>
              <a:t>ud</a:t>
            </a:r>
            <a:r>
              <a:rPr lang="en-DK" dirty="0"/>
              <a:t> </a:t>
            </a:r>
            <a:r>
              <a:rPr lang="en-DK" dirty="0" err="1"/>
              <a:t>efter</a:t>
            </a:r>
            <a:r>
              <a:rPr lang="en-DK" dirty="0"/>
              <a:t> de to </a:t>
            </a:r>
            <a:r>
              <a:rPr lang="en-DK" dirty="0" err="1"/>
              <a:t>brugere</a:t>
            </a:r>
            <a:r>
              <a:rPr lang="en-DK" dirty="0"/>
              <a:t> er </a:t>
            </a:r>
            <a:r>
              <a:rPr lang="en-DK" dirty="0" err="1"/>
              <a:t>lavet</a:t>
            </a:r>
            <a:r>
              <a:rPr lang="en-DK" dirty="0"/>
              <a:t>.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82F09-5782-842C-D92B-C6F421840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92958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BD31E-AD01-4C83-4EC3-DAEAEF766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D42F7-CCED-2BAA-3488-91A1ECBC0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38439-85B7-BBFD-8F91-A4F9ED4A2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K" dirty="0" err="1"/>
              <a:t>Linje</a:t>
            </a:r>
            <a:r>
              <a:rPr lang="en-DK" dirty="0"/>
              <a:t> 19-21: login input.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DK" dirty="0"/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K" dirty="0" err="1"/>
              <a:t>Linje</a:t>
            </a:r>
            <a:r>
              <a:rPr lang="en-DK" dirty="0"/>
              <a:t> 24-26: </a:t>
            </a:r>
            <a:r>
              <a:rPr lang="en-DK" dirty="0" err="1"/>
              <a:t>Eksikvere</a:t>
            </a:r>
            <a:r>
              <a:rPr lang="en-DK" dirty="0"/>
              <a:t> </a:t>
            </a:r>
            <a:r>
              <a:rPr lang="en-DK" dirty="0" err="1"/>
              <a:t>en</a:t>
            </a:r>
            <a:r>
              <a:rPr lang="en-DK" dirty="0"/>
              <a:t> </a:t>
            </a:r>
            <a:r>
              <a:rPr lang="en-DK" dirty="0" err="1"/>
              <a:t>usikker</a:t>
            </a:r>
            <a:r>
              <a:rPr lang="en-DK" dirty="0"/>
              <a:t> SQL </a:t>
            </a:r>
            <a:r>
              <a:rPr lang="en-DK" dirty="0" err="1"/>
              <a:t>kommando</a:t>
            </a:r>
            <a:r>
              <a:rPr lang="en-DK" dirty="0"/>
              <a:t> </a:t>
            </a:r>
            <a:r>
              <a:rPr lang="en-DK" dirty="0" err="1"/>
              <a:t>som</a:t>
            </a:r>
            <a:r>
              <a:rPr lang="en-DK" dirty="0"/>
              <a:t> b</a:t>
            </a:r>
            <a:r>
              <a:rPr lang="en-GB" dirty="0" err="1"/>
              <a:t>ur</a:t>
            </a:r>
            <a:r>
              <a:rPr lang="en-DK" dirty="0"/>
              <a:t>ger user input </a:t>
            </a:r>
            <a:r>
              <a:rPr lang="en-DK" dirty="0" err="1"/>
              <a:t>direkte</a:t>
            </a:r>
            <a:r>
              <a:rPr lang="en-DK" dirty="0"/>
              <a:t> </a:t>
            </a:r>
            <a:r>
              <a:rPr lang="en-DK" dirty="0" err="1"/>
              <a:t>i</a:t>
            </a:r>
            <a:r>
              <a:rPr lang="en-DK" dirty="0"/>
              <a:t> </a:t>
            </a:r>
            <a:r>
              <a:rPr lang="en-DK" dirty="0" err="1"/>
              <a:t>querien</a:t>
            </a:r>
            <a:r>
              <a:rPr lang="en-DK" dirty="0"/>
              <a:t> </a:t>
            </a:r>
            <a:r>
              <a:rPr lang="en-DK" dirty="0" err="1"/>
              <a:t>uden</a:t>
            </a:r>
            <a:r>
              <a:rPr lang="en-DK" dirty="0"/>
              <a:t> at </a:t>
            </a:r>
            <a:r>
              <a:rPr lang="da-DK" noProof="0" dirty="0">
                <a:solidFill>
                  <a:schemeClr val="bg1"/>
                </a:solidFill>
              </a:rPr>
              <a:t>parametriser</a:t>
            </a:r>
            <a:r>
              <a:rPr lang="en-DK" noProof="0" dirty="0">
                <a:solidFill>
                  <a:schemeClr val="bg1"/>
                </a:solidFill>
              </a:rPr>
              <a:t>. Det </a:t>
            </a:r>
            <a:r>
              <a:rPr lang="en-DK" noProof="0" dirty="0" err="1">
                <a:solidFill>
                  <a:schemeClr val="bg1"/>
                </a:solidFill>
              </a:rPr>
              <a:t>bliver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gjordt</a:t>
            </a:r>
            <a:r>
              <a:rPr lang="en-DK" noProof="0" dirty="0">
                <a:solidFill>
                  <a:schemeClr val="bg1"/>
                </a:solidFill>
              </a:rPr>
              <a:t> med </a:t>
            </a:r>
            <a:r>
              <a:rPr lang="en-DK" noProof="0" dirty="0" err="1">
                <a:solidFill>
                  <a:schemeClr val="bg1"/>
                </a:solidFill>
              </a:rPr>
              <a:t>en</a:t>
            </a:r>
            <a:r>
              <a:rPr lang="en-DK" noProof="0" dirty="0">
                <a:solidFill>
                  <a:schemeClr val="bg1"/>
                </a:solidFill>
              </a:rPr>
              <a:t> F-string.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K" noProof="0" dirty="0" err="1">
                <a:solidFill>
                  <a:schemeClr val="bg1"/>
                </a:solidFill>
              </a:rPr>
              <a:t>Resultatet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bliver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hentet</a:t>
            </a:r>
            <a:r>
              <a:rPr lang="en-DK" noProof="0" dirty="0">
                <a:solidFill>
                  <a:schemeClr val="bg1"/>
                </a:solidFill>
              </a:rPr>
              <a:t> med </a:t>
            </a:r>
            <a:r>
              <a:rPr lang="en-DK" noProof="0" dirty="0" err="1">
                <a:solidFill>
                  <a:schemeClr val="bg1"/>
                </a:solidFill>
              </a:rPr>
              <a:t>cur.fetchall</a:t>
            </a:r>
            <a:r>
              <a:rPr lang="en-DK" noProof="0" dirty="0">
                <a:solidFill>
                  <a:schemeClr val="bg1"/>
                </a:solidFill>
              </a:rPr>
              <a:t>(), </a:t>
            </a:r>
            <a:r>
              <a:rPr lang="en-DK" noProof="0" dirty="0" err="1">
                <a:solidFill>
                  <a:schemeClr val="bg1"/>
                </a:solidFill>
              </a:rPr>
              <a:t>og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består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af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en</a:t>
            </a:r>
            <a:r>
              <a:rPr lang="en-DK" noProof="0" dirty="0">
                <a:solidFill>
                  <a:schemeClr val="bg1"/>
                </a:solidFill>
              </a:rPr>
              <a:t> list </a:t>
            </a:r>
            <a:r>
              <a:rPr lang="en-DK" noProof="0" dirty="0" err="1">
                <a:solidFill>
                  <a:schemeClr val="bg1"/>
                </a:solidFill>
              </a:rPr>
              <a:t>af</a:t>
            </a:r>
            <a:r>
              <a:rPr lang="en-DK" noProof="0" dirty="0">
                <a:solidFill>
                  <a:schemeClr val="bg1"/>
                </a:solidFill>
              </a:rPr>
              <a:t> tuples. </a:t>
            </a:r>
            <a:r>
              <a:rPr lang="en-DK" noProof="0" dirty="0" err="1">
                <a:solidFill>
                  <a:schemeClr val="bg1"/>
                </a:solidFill>
              </a:rPr>
              <a:t>Hvis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brugernavnet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ikke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bliver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fundet</a:t>
            </a:r>
            <a:r>
              <a:rPr lang="en-DK" noProof="0" dirty="0">
                <a:solidFill>
                  <a:schemeClr val="bg1"/>
                </a:solidFill>
              </a:rPr>
              <a:t> med det password </a:t>
            </a:r>
            <a:r>
              <a:rPr lang="en-DK" noProof="0" dirty="0" err="1">
                <a:solidFill>
                  <a:schemeClr val="bg1"/>
                </a:solidFill>
              </a:rPr>
              <a:t>sammen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retunere</a:t>
            </a:r>
            <a:r>
              <a:rPr lang="en-DK" noProof="0" dirty="0">
                <a:solidFill>
                  <a:schemeClr val="bg1"/>
                </a:solidFill>
              </a:rPr>
              <a:t> den med </a:t>
            </a:r>
            <a:r>
              <a:rPr lang="en-DK" noProof="0" dirty="0" err="1">
                <a:solidFill>
                  <a:schemeClr val="bg1"/>
                </a:solidFill>
              </a:rPr>
              <a:t>en</a:t>
            </a:r>
            <a:r>
              <a:rPr lang="en-DK" noProof="0" dirty="0">
                <a:solidFill>
                  <a:schemeClr val="bg1"/>
                </a:solidFill>
              </a:rPr>
              <a:t> tom </a:t>
            </a:r>
            <a:r>
              <a:rPr lang="en-DK" noProof="0" dirty="0" err="1">
                <a:solidFill>
                  <a:schemeClr val="bg1"/>
                </a:solidFill>
              </a:rPr>
              <a:t>liste</a:t>
            </a:r>
            <a:r>
              <a:rPr lang="en-DK" noProof="0" dirty="0">
                <a:solidFill>
                  <a:schemeClr val="bg1"/>
                </a:solidFill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DK" noProof="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K" noProof="0" dirty="0">
                <a:solidFill>
                  <a:schemeClr val="bg1"/>
                </a:solidFill>
              </a:rPr>
              <a:t>Under </a:t>
            </a:r>
            <a:r>
              <a:rPr lang="en-DK" noProof="0" dirty="0" err="1">
                <a:solidFill>
                  <a:schemeClr val="bg1"/>
                </a:solidFill>
              </a:rPr>
              <a:t>kan</a:t>
            </a:r>
            <a:r>
              <a:rPr lang="en-DK" noProof="0" dirty="0">
                <a:solidFill>
                  <a:schemeClr val="bg1"/>
                </a:solidFill>
              </a:rPr>
              <a:t> der </a:t>
            </a:r>
            <a:r>
              <a:rPr lang="en-DK" noProof="0" dirty="0" err="1">
                <a:solidFill>
                  <a:schemeClr val="bg1"/>
                </a:solidFill>
              </a:rPr>
              <a:t>ses</a:t>
            </a:r>
            <a:r>
              <a:rPr lang="en-DK" noProof="0" dirty="0">
                <a:solidFill>
                  <a:schemeClr val="bg1"/>
                </a:solidFill>
              </a:rPr>
              <a:t> terminal output, </a:t>
            </a:r>
            <a:r>
              <a:rPr lang="en-DK" noProof="0" dirty="0" err="1">
                <a:solidFill>
                  <a:schemeClr val="bg1"/>
                </a:solidFill>
              </a:rPr>
              <a:t>til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venstreberegnet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brug</a:t>
            </a:r>
            <a:r>
              <a:rPr lang="en-DK" noProof="0" dirty="0">
                <a:solidFill>
                  <a:schemeClr val="bg1"/>
                </a:solidFill>
              </a:rPr>
              <a:t>. Til </a:t>
            </a:r>
            <a:r>
              <a:rPr lang="en-DK" noProof="0" dirty="0" err="1">
                <a:solidFill>
                  <a:schemeClr val="bg1"/>
                </a:solidFill>
              </a:rPr>
              <a:t>højre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en</a:t>
            </a:r>
            <a:r>
              <a:rPr lang="en-DK" noProof="0" dirty="0">
                <a:solidFill>
                  <a:schemeClr val="bg1"/>
                </a:solidFill>
              </a:rPr>
              <a:t> SQLi. “ ‘ ” </a:t>
            </a:r>
            <a:r>
              <a:rPr lang="en-DK" noProof="0" dirty="0" err="1">
                <a:solidFill>
                  <a:schemeClr val="bg1"/>
                </a:solidFill>
              </a:rPr>
              <a:t>lukker</a:t>
            </a:r>
            <a:r>
              <a:rPr lang="en-DK" noProof="0" dirty="0">
                <a:solidFill>
                  <a:schemeClr val="bg1"/>
                </a:solidFill>
              </a:rPr>
              <a:t> for det </a:t>
            </a:r>
            <a:r>
              <a:rPr lang="en-DK" noProof="0" dirty="0" err="1">
                <a:solidFill>
                  <a:schemeClr val="bg1"/>
                </a:solidFill>
              </a:rPr>
              <a:t>som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bliver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smidt</a:t>
            </a:r>
            <a:r>
              <a:rPr lang="en-DK" noProof="0" dirty="0">
                <a:solidFill>
                  <a:schemeClr val="bg1"/>
                </a:solidFill>
              </a:rPr>
              <a:t> in </a:t>
            </a:r>
            <a:r>
              <a:rPr lang="en-DK" noProof="0" dirty="0" err="1">
                <a:solidFill>
                  <a:schemeClr val="bg1"/>
                </a:solidFill>
              </a:rPr>
              <a:t>i</a:t>
            </a:r>
            <a:r>
              <a:rPr lang="en-DK" noProof="0" dirty="0">
                <a:solidFill>
                  <a:schemeClr val="bg1"/>
                </a:solidFill>
              </a:rPr>
              <a:t> “username” </a:t>
            </a:r>
            <a:r>
              <a:rPr lang="en-DK" noProof="0" dirty="0" err="1">
                <a:solidFill>
                  <a:schemeClr val="bg1"/>
                </a:solidFill>
              </a:rPr>
              <a:t>kollonen</a:t>
            </a:r>
            <a:r>
              <a:rPr lang="en-DK" noProof="0" dirty="0">
                <a:solidFill>
                  <a:schemeClr val="bg1"/>
                </a:solidFill>
              </a:rPr>
              <a:t>. data </a:t>
            </a:r>
            <a:r>
              <a:rPr lang="en-DK" noProof="0" dirty="0" err="1">
                <a:solidFill>
                  <a:schemeClr val="bg1"/>
                </a:solidFill>
              </a:rPr>
              <a:t>delen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og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bruger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48FF0-3509-907A-EF22-969D46504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62426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828C4-78FD-5E3A-DD02-059382FF4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9BF3D-6A02-0B29-0F4E-BA1B4F12F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B7169-4692-A148-5ABA-8ED7DD311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K" dirty="0"/>
              <a:t>For at </a:t>
            </a:r>
            <a:r>
              <a:rPr lang="en-DK" dirty="0" err="1"/>
              <a:t>forhindre</a:t>
            </a:r>
            <a:r>
              <a:rPr lang="en-DK" dirty="0"/>
              <a:t> SQLi </a:t>
            </a:r>
            <a:r>
              <a:rPr lang="en-DK" dirty="0" err="1"/>
              <a:t>kan</a:t>
            </a:r>
            <a:r>
              <a:rPr lang="en-DK" dirty="0"/>
              <a:t> man </a:t>
            </a:r>
            <a:r>
              <a:rPr lang="en-GB" dirty="0" err="1"/>
              <a:t>parametrisere</a:t>
            </a:r>
            <a:r>
              <a:rPr lang="en-DK" dirty="0"/>
              <a:t> sin SQL query, da det </a:t>
            </a:r>
            <a:r>
              <a:rPr lang="en-DK" dirty="0" err="1"/>
              <a:t>vil</a:t>
            </a:r>
            <a:r>
              <a:rPr lang="en-DK" dirty="0"/>
              <a:t> </a:t>
            </a:r>
            <a:r>
              <a:rPr lang="en-DK" dirty="0" err="1"/>
              <a:t>gøre</a:t>
            </a:r>
            <a:r>
              <a:rPr lang="en-DK" dirty="0"/>
              <a:t> at </a:t>
            </a:r>
            <a:r>
              <a:rPr lang="da-DK" b="0" dirty="0"/>
              <a:t>data og kode holdes adskilt.</a:t>
            </a:r>
            <a:r>
              <a:rPr lang="en-DK" b="0" dirty="0"/>
              <a:t> Kort </a:t>
            </a:r>
            <a:r>
              <a:rPr lang="en-DK" b="0" dirty="0" err="1"/>
              <a:t>sagt</a:t>
            </a:r>
            <a:r>
              <a:rPr lang="en-DK" b="0" dirty="0"/>
              <a:t> </a:t>
            </a:r>
            <a:r>
              <a:rPr lang="en-DK" b="0" dirty="0" err="1"/>
              <a:t>forstår</a:t>
            </a:r>
            <a:r>
              <a:rPr lang="en-DK" b="0" dirty="0"/>
              <a:t> </a:t>
            </a:r>
            <a:r>
              <a:rPr lang="da-DK" dirty="0"/>
              <a:t>databasen, hvad der er </a:t>
            </a:r>
            <a:r>
              <a:rPr lang="da-DK" b="0" dirty="0"/>
              <a:t>SQL-kode</a:t>
            </a:r>
            <a:r>
              <a:rPr lang="da-DK" dirty="0"/>
              <a:t>, og hvad der er </a:t>
            </a:r>
            <a:r>
              <a:rPr lang="da-DK" b="0" dirty="0"/>
              <a:t>brugerdata</a:t>
            </a:r>
            <a:r>
              <a:rPr lang="da-DK" dirty="0"/>
              <a:t> — og blander dem ikke sammen.</a:t>
            </a:r>
            <a:r>
              <a:rPr lang="en-DK" dirty="0"/>
              <a:t> </a:t>
            </a:r>
            <a:r>
              <a:rPr lang="en-DK" dirty="0" err="1"/>
              <a:t>Før</a:t>
            </a:r>
            <a:r>
              <a:rPr lang="en-DK" dirty="0"/>
              <a:t> var </a:t>
            </a:r>
            <a:r>
              <a:rPr lang="en-DK" dirty="0" err="1"/>
              <a:t>brugerens</a:t>
            </a:r>
            <a:r>
              <a:rPr lang="en-DK" dirty="0"/>
              <a:t> input med </a:t>
            </a:r>
            <a:r>
              <a:rPr lang="en-DK" dirty="0" err="1"/>
              <a:t>i</a:t>
            </a:r>
            <a:r>
              <a:rPr lang="en-DK" dirty="0"/>
              <a:t> </a:t>
            </a:r>
            <a:r>
              <a:rPr lang="en-DK" dirty="0" err="1"/>
              <a:t>querien</a:t>
            </a:r>
            <a:r>
              <a:rPr lang="en-DK" dirty="0"/>
              <a:t> </a:t>
            </a:r>
            <a:r>
              <a:rPr lang="en-DK" dirty="0" err="1"/>
              <a:t>og</a:t>
            </a:r>
            <a:r>
              <a:rPr lang="en-DK" dirty="0"/>
              <a:t> man </a:t>
            </a:r>
            <a:r>
              <a:rPr lang="en-DK" dirty="0" err="1"/>
              <a:t>kunne</a:t>
            </a:r>
            <a:r>
              <a:rPr lang="en-DK" dirty="0"/>
              <a:t> </a:t>
            </a:r>
            <a:r>
              <a:rPr lang="en-DK" dirty="0" err="1"/>
              <a:t>skrive</a:t>
            </a:r>
            <a:r>
              <a:rPr lang="en-DK" dirty="0"/>
              <a:t> SQL </a:t>
            </a:r>
            <a:r>
              <a:rPr lang="en-DK" dirty="0" err="1"/>
              <a:t>kode</a:t>
            </a:r>
            <a:r>
              <a:rPr lang="en-DK" dirty="0"/>
              <a:t> </a:t>
            </a:r>
            <a:r>
              <a:rPr lang="en-DK" dirty="0" err="1"/>
              <a:t>som</a:t>
            </a:r>
            <a:r>
              <a:rPr lang="en-DK" dirty="0"/>
              <a:t> </a:t>
            </a:r>
            <a:r>
              <a:rPr lang="en-DK" dirty="0" err="1"/>
              <a:t>databasen</a:t>
            </a:r>
            <a:r>
              <a:rPr lang="en-DK" dirty="0"/>
              <a:t> </a:t>
            </a:r>
            <a:r>
              <a:rPr lang="en-DK" dirty="0" err="1"/>
              <a:t>eksikverede</a:t>
            </a:r>
            <a:r>
              <a:rPr lang="en-DK" dirty="0"/>
              <a:t>, men med </a:t>
            </a:r>
            <a:r>
              <a:rPr lang="da-DK" dirty="0">
                <a:solidFill>
                  <a:schemeClr val="bg1"/>
                </a:solidFill>
              </a:rPr>
              <a:t>parametrisering</a:t>
            </a:r>
            <a:r>
              <a:rPr lang="en-DK" dirty="0">
                <a:solidFill>
                  <a:schemeClr val="bg1"/>
                </a:solidFill>
              </a:rPr>
              <a:t> in </a:t>
            </a:r>
            <a:r>
              <a:rPr lang="en-DK" dirty="0" err="1">
                <a:solidFill>
                  <a:schemeClr val="bg1"/>
                </a:solidFill>
              </a:rPr>
              <a:t>sætter</a:t>
            </a:r>
            <a:r>
              <a:rPr lang="en-DK" dirty="0">
                <a:solidFill>
                  <a:schemeClr val="bg1"/>
                </a:solidFill>
              </a:rPr>
              <a:t> man </a:t>
            </a:r>
            <a:r>
              <a:rPr lang="en-DK" dirty="0" err="1">
                <a:solidFill>
                  <a:schemeClr val="bg1"/>
                </a:solidFill>
              </a:rPr>
              <a:t>dataen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som</a:t>
            </a:r>
            <a:r>
              <a:rPr lang="en-DK" dirty="0">
                <a:solidFill>
                  <a:schemeClr val="bg1"/>
                </a:solidFill>
              </a:rPr>
              <a:t> parameter, </a:t>
            </a:r>
            <a:r>
              <a:rPr lang="en-DK" dirty="0" err="1">
                <a:solidFill>
                  <a:schemeClr val="bg1"/>
                </a:solidFill>
              </a:rPr>
              <a:t>som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databasen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ved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kun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kan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og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skal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være</a:t>
            </a:r>
            <a:r>
              <a:rPr lang="en-DK" dirty="0">
                <a:solidFill>
                  <a:schemeClr val="bg1"/>
                </a:solidFill>
              </a:rPr>
              <a:t> data.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DK" b="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K" b="0" dirty="0" err="1">
                <a:solidFill>
                  <a:schemeClr val="bg1"/>
                </a:solidFill>
              </a:rPr>
              <a:t>Resultatet</a:t>
            </a:r>
            <a:r>
              <a:rPr lang="en-DK" b="0" dirty="0">
                <a:solidFill>
                  <a:schemeClr val="bg1"/>
                </a:solidFill>
              </a:rPr>
              <a:t> </a:t>
            </a:r>
            <a:r>
              <a:rPr lang="en-DK" b="0" dirty="0" err="1">
                <a:solidFill>
                  <a:schemeClr val="bg1"/>
                </a:solidFill>
              </a:rPr>
              <a:t>af</a:t>
            </a:r>
            <a:r>
              <a:rPr lang="en-DK" b="0" dirty="0">
                <a:solidFill>
                  <a:schemeClr val="bg1"/>
                </a:solidFill>
              </a:rPr>
              <a:t> </a:t>
            </a:r>
            <a:r>
              <a:rPr lang="da-DK" dirty="0">
                <a:solidFill>
                  <a:schemeClr val="bg1"/>
                </a:solidFill>
              </a:rPr>
              <a:t>parametrisering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kan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også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ses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på</a:t>
            </a:r>
            <a:r>
              <a:rPr lang="en-DK" dirty="0">
                <a:solidFill>
                  <a:schemeClr val="bg1"/>
                </a:solidFill>
              </a:rPr>
              <a:t> de to </a:t>
            </a:r>
            <a:r>
              <a:rPr lang="en-DK" dirty="0" err="1">
                <a:solidFill>
                  <a:schemeClr val="bg1"/>
                </a:solidFill>
              </a:rPr>
              <a:t>nederste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billeder</a:t>
            </a:r>
            <a:r>
              <a:rPr lang="en-DK" dirty="0">
                <a:solidFill>
                  <a:schemeClr val="bg1"/>
                </a:solidFill>
              </a:rPr>
              <a:t>.</a:t>
            </a:r>
            <a:endParaRPr lang="en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20288-60EF-99BC-83CB-6EC3EC9BC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51300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5FFE-EDFC-ACBC-BA68-225BA411E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F9864-9401-0709-8206-BA803B1D6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A4749-1E47-A010-232D-988AE10F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E893-758D-AD20-8EE1-A484BFDB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608B-3562-DA27-DC7E-0C8DC504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837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D800-310D-D8C8-21FF-5A05C599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25AFA-EBE4-C93E-DE1F-2C2A303E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0E9A-D3FA-851B-8B31-7D6D29AE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24266-9B98-38E9-7941-EDA9BA60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F174-087F-4EAD-3923-5FCEBB3C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235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B464-7F3A-7BA0-1B8F-8A408BBD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A005-74D1-2AD1-7A3E-A940804C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E4C3-AEAE-524F-AC6A-6C3CF3D4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0A2F-182A-4426-77B2-A8A5E0C6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AB437-4367-D23A-BD46-48010EBD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749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1E70-4C07-B1E4-832D-8870BF54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FA21-3224-7ED5-1C66-5FB48036A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8ACA5-7EC0-C737-0506-F99C470A7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5DC4F-3088-BC83-5170-6F84FDDE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75445-4B2A-7090-F9F4-90685E6C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C7EE9-D5F9-BACC-40E1-671EC26C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8142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2B49-8F78-EBF1-CDCE-BE7528AE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3173A-2CED-94BD-42CB-0B1B72E1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3A99F-4FCE-2B33-8970-60E0259B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61E45-82AB-B0FD-8492-D057336C2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24A88-0EE3-BDA6-3FB8-F8FFE7158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601FE-50C9-0D91-6431-5A5D72B3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5FEB3-7336-C02E-3EB8-5F69BABC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CED1A-8C2D-2BC4-4E59-2477CA8A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012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9C7-65A0-8FCB-A60F-0DC5BE20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5A858-FAFD-B4CB-D7AC-1CF8C394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81C6E-9786-53B3-4FA9-DC4CA865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DBACC-F027-F781-CB56-4A355296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60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B1E66-4AB2-5C5E-5D75-3CC1040F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06884-4FC7-56DF-6A1F-0109258D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36D7B-68F6-DD06-CA79-2D4C1B83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26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56CB-A15D-7F39-72F2-454482D7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1A20-6C42-60DD-67E6-3B811B5EA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227CC-8A48-D79C-FEEB-28CCC6BE5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F5E77-1F48-3274-9559-E1605C0E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5E774-395E-409D-413B-F4144E4D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6C51C-815C-9C8E-8339-7628AAFA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413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557E-1B46-851D-B42B-A26E6F96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48861-EACF-2E4D-A2C2-822A2A2FD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1FC3E-26E9-3E15-7D20-AAE7C44D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D3F0B-C2A1-C117-683C-BEB7598C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DAFB-1432-45BE-791C-DAAFED07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10CAA-605B-C267-4340-E54FEDEC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2957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3332-5AFC-CE3B-3A63-FB7718CA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68B8A-1F13-4A35-89DD-DB93BD367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CF81D-3753-91C8-8808-781563D9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213B7-D201-EA42-A740-38038C31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5C277-9135-90F4-9347-03A64348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52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E2B7C-250C-87A9-EA9F-B82ADF79C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80A32-95ED-A373-88EF-E5E7F421C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1FFD-220C-2206-8315-198F89AA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4050-1591-0885-BD3E-EB859A60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3E09-2A16-DC73-DFC8-DC38F848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960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0EB3B-03D0-1C97-E272-5B086558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BED85-A387-9BD6-0DAD-4D6235F64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07C5-88E4-1CCD-B00D-291C7ECEA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28FE-B5E4-72B5-8145-B17A89E4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7A35-712B-6F59-53D2-1CECBFBBA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8040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A1A01-354D-D814-1194-77A1D6D79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/>
          </a:bodyPr>
          <a:lstStyle/>
          <a:p>
            <a:pPr algn="l"/>
            <a:r>
              <a:rPr lang="da-DK" sz="5400" noProof="0" dirty="0">
                <a:solidFill>
                  <a:srgbClr val="FFFFFF"/>
                </a:solidFill>
              </a:rPr>
              <a:t>Programmering med databaser og fokus på sikkerhed</a:t>
            </a:r>
            <a:endParaRPr lang="da-DK" sz="5100" noProof="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C4819-77DC-09B1-9CEC-378623220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 lnSpcReduction="10000"/>
          </a:bodyPr>
          <a:lstStyle/>
          <a:p>
            <a:pPr algn="l"/>
            <a:endParaRPr lang="da-DK" sz="1800" noProof="0" dirty="0">
              <a:solidFill>
                <a:schemeClr val="bg1"/>
              </a:solidFill>
            </a:endParaRPr>
          </a:p>
          <a:p>
            <a:pPr algn="l"/>
            <a:r>
              <a:rPr lang="da-DK" sz="3200" noProof="0" dirty="0">
                <a:solidFill>
                  <a:schemeClr val="bg1"/>
                </a:solidFill>
              </a:rPr>
              <a:t>Noah Rosenkjær</a:t>
            </a:r>
            <a:br>
              <a:rPr lang="da-DK" sz="1800" noProof="0" dirty="0">
                <a:solidFill>
                  <a:schemeClr val="bg1"/>
                </a:solidFill>
              </a:rPr>
            </a:br>
            <a:endParaRPr lang="da-DK" sz="1800" noProof="0" dirty="0">
              <a:solidFill>
                <a:schemeClr val="bg1"/>
              </a:solidFill>
            </a:endParaRPr>
          </a:p>
          <a:p>
            <a:pPr algn="l"/>
            <a:br>
              <a:rPr lang="da-DK" sz="1800" noProof="0" dirty="0">
                <a:solidFill>
                  <a:schemeClr val="bg1"/>
                </a:solidFill>
              </a:rPr>
            </a:br>
            <a:r>
              <a:rPr lang="da-DK" sz="1800" noProof="0" dirty="0">
                <a:solidFill>
                  <a:schemeClr val="bg1"/>
                </a:solidFill>
              </a:rPr>
              <a:t>UCL Erhvervsakademi og Professionshøjskole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FFE04-74FB-867D-7EFB-266E0D73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a-DK" sz="8000" noProof="0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D6F38-6102-5645-FD80-F5618984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708073" cy="4571972"/>
          </a:xfrm>
        </p:spPr>
        <p:txBody>
          <a:bodyPr anchor="ctr">
            <a:normAutofit/>
          </a:bodyPr>
          <a:lstStyle/>
          <a:p>
            <a:r>
              <a:rPr lang="da-DK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Relationelle databaser</a:t>
            </a:r>
          </a:p>
          <a:p>
            <a:r>
              <a:rPr lang="da-DK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SQL injection</a:t>
            </a:r>
          </a:p>
          <a:p>
            <a:r>
              <a:rPr lang="da-DK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Database setup med python</a:t>
            </a:r>
          </a:p>
          <a:p>
            <a:pPr lvl="1"/>
            <a:r>
              <a:rPr lang="da-DK" sz="28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800" noProof="0" dirty="0">
                <a:solidFill>
                  <a:schemeClr val="bg1"/>
                </a:solidFill>
              </a:rPr>
              <a:t>User table</a:t>
            </a:r>
          </a:p>
          <a:p>
            <a:r>
              <a:rPr lang="da-DK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SQL injection eksempel</a:t>
            </a:r>
          </a:p>
          <a:p>
            <a:r>
              <a:rPr lang="da-DK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Forhindring af SQLi med parametrisering</a:t>
            </a:r>
          </a:p>
        </p:txBody>
      </p:sp>
    </p:spTree>
    <p:extLst>
      <p:ext uri="{BB962C8B-B14F-4D97-AF65-F5344CB8AC3E}">
        <p14:creationId xmlns:p14="http://schemas.microsoft.com/office/powerpoint/2010/main" val="157493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06146-FD87-1036-EA2E-FC5ACF69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Relationelle databaser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AB3A4-B20B-2F15-9E19-BE5CACBC8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Hvad er det? </a:t>
            </a:r>
          </a:p>
          <a:p>
            <a:r>
              <a:rPr lang="da-DK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Data med relationer</a:t>
            </a:r>
          </a:p>
          <a:p>
            <a:r>
              <a:rPr lang="da-DK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SQL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968558-6DFF-3A7A-158F-07D679A1413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5188527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406F252-A33F-2E41-4D7A-E35BA1B12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748" y="1549371"/>
            <a:ext cx="642261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37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97E99A-3AE6-E8E7-B7D8-1422BDE5B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5D5C6-DABA-0B9F-AC2E-5FB34475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SQL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AD350-2D3C-CCDD-650C-0F4399814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Hvad er det?</a:t>
            </a:r>
          </a:p>
          <a:p>
            <a:r>
              <a:rPr lang="da-DK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Hvad kan en hacker opnå med SQLi?</a:t>
            </a:r>
          </a:p>
          <a:p>
            <a:endParaRPr lang="da-DK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BADACF-C772-EF22-1CC8-EE0570AD435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118658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EE2641ED-B15E-5335-1AA3-020C09FC6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582" y="3245346"/>
            <a:ext cx="8894835" cy="306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94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0740C-4857-961B-AF74-67514F919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19038-FC2A-1780-4EA2-283F13BB7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Database setup med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6C7B3-6098-BD2D-6F6A-359A7A43E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74DAE1D-8B4A-73F3-BFAD-9CAB234F8C8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6452062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DE22670-4322-D45A-E6CF-0B1A06C378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5"/>
          <a:stretch>
            <a:fillRect/>
          </a:stretch>
        </p:blipFill>
        <p:spPr>
          <a:xfrm>
            <a:off x="504044" y="1970116"/>
            <a:ext cx="11183911" cy="434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551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74BFF3-835D-D4CE-50F2-3828A9195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66C8-E6D1-BC5C-55BE-D1E1BA934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User table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00521C8-0613-18E4-420B-17218644B9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5427874"/>
              </p:ext>
            </p:extLst>
          </p:nvPr>
        </p:nvGraphicFramePr>
        <p:xfrm>
          <a:off x="838200" y="3573246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95110868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8764249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34835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noProof="0" dirty="0"/>
                        <a:t>id (Primary Key)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noProof="0" dirty="0"/>
                        <a:t>username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noProof="0" dirty="0"/>
                        <a:t>password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51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 dirty="0"/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 dirty="0"/>
                        <a:t>admin1234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526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 dirty="0"/>
                        <a:t>noah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 dirty="0"/>
                        <a:t>SuperSecret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966197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63808D-4A20-4404-274E-D8F75A2AC339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251182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177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C90973-D004-6C74-6CDC-52C770811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FA4B-42C1-F32C-6E7B-D1E54722F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SQL injection eksempel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7BF21-FC72-91D8-402C-260389A60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658E59-2A1A-E378-8699-0C7D9D5947DB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5504411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60EE8BC-E400-ED8A-5F9B-7EC93D48E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55" y="1523734"/>
            <a:ext cx="11393490" cy="38105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4C6315-E87F-2F42-94CC-36313CCD5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56" y="5516403"/>
            <a:ext cx="3019846" cy="10669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3D5FF0-74F3-4216-CBFE-05234D16B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9910" y="5535456"/>
            <a:ext cx="5982535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978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ECEC7-9808-7B1F-6868-B3A1FC591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3769-6EC0-577F-1718-ED6507520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chemeClr val="bg1"/>
                </a:solidFill>
              </a:rPr>
              <a:t>Forhindring af SQLi med parametrisering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955F6-FA8F-5157-1791-20D609DBF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5CF20D0-A1B7-1F7F-28B3-6B69CDBA1D2E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918694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79A31B5-1AE2-B9C6-AB58-2799605316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802" b="36698"/>
          <a:stretch>
            <a:fillRect/>
          </a:stretch>
        </p:blipFill>
        <p:spPr>
          <a:xfrm>
            <a:off x="470702" y="3665913"/>
            <a:ext cx="11250595" cy="10097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ED2AFD-AC91-1111-B05F-B9EAEA769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010" y="5583087"/>
            <a:ext cx="3648584" cy="10002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D785AA-AEFC-B574-6B44-3909371D91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772" y="5583087"/>
            <a:ext cx="2991267" cy="10097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77EF44-B983-4AF5-DF09-57C4C1F412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4620" b="34621"/>
          <a:stretch>
            <a:fillRect/>
          </a:stretch>
        </p:blipFill>
        <p:spPr>
          <a:xfrm>
            <a:off x="399254" y="2092275"/>
            <a:ext cx="11393490" cy="117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699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2881</TotalTime>
  <Words>566</Words>
  <Application>Microsoft Office PowerPoint</Application>
  <PresentationFormat>Widescreen</PresentationFormat>
  <Paragraphs>66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Programmering med databaser og fokus på sikkerhed</vt:lpstr>
      <vt:lpstr>Agenda</vt:lpstr>
      <vt:lpstr>Relationelle databaser</vt:lpstr>
      <vt:lpstr>SQL injection</vt:lpstr>
      <vt:lpstr>Database setup med python</vt:lpstr>
      <vt:lpstr>User table</vt:lpstr>
      <vt:lpstr>SQL injection eksempel</vt:lpstr>
      <vt:lpstr>Forhindring af SQLi med parametrisering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Christian Rosenkjær</dc:creator>
  <cp:lastModifiedBy>Noah Christian Rosenkjær</cp:lastModifiedBy>
  <cp:revision>80</cp:revision>
  <dcterms:created xsi:type="dcterms:W3CDTF">2025-11-06T19:46:54Z</dcterms:created>
  <dcterms:modified xsi:type="dcterms:W3CDTF">2025-11-10T12:00:49Z</dcterms:modified>
</cp:coreProperties>
</file>