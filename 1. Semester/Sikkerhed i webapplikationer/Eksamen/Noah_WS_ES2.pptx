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65" r:id="rId4"/>
    <p:sldId id="259" r:id="rId5"/>
    <p:sldId id="270" r:id="rId6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-40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5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EEDF-C9C5-5CFC-4457-9AA379D0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64BD8-8369-00D7-5D7A-0FB5E3A24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EC3AB-6469-0BB0-CAA6-5226D4731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BOLA </a:t>
            </a:r>
            <a:r>
              <a:rPr lang="da-DK" dirty="0"/>
              <a:t>er en sikkerhedssårbarhed, der opstår, når en applikation eller et API (Application Programming Interface) giver adgang til dataobjekter baseret på brugerens rolle, men </a:t>
            </a:r>
            <a:r>
              <a:rPr lang="da-DK" b="1" dirty="0"/>
              <a:t>undlader at kontrollere</a:t>
            </a:r>
            <a:r>
              <a:rPr lang="da-DK" dirty="0"/>
              <a:t>, om brugeren faktisk er autoriseret til at få adgang til netop disse specifikke dataobjekter.</a:t>
            </a:r>
            <a:endParaRPr lang="en-DK" dirty="0"/>
          </a:p>
          <a:p>
            <a:endParaRPr lang="en-DK" b="0" dirty="0"/>
          </a:p>
          <a:p>
            <a:r>
              <a:rPr lang="en-DK" b="0" dirty="0" err="1"/>
              <a:t>Typisk</a:t>
            </a:r>
            <a:r>
              <a:rPr lang="en-DK" b="0" dirty="0"/>
              <a:t> </a:t>
            </a:r>
            <a:r>
              <a:rPr lang="en-DK" b="0" dirty="0" err="1"/>
              <a:t>gør</a:t>
            </a:r>
            <a:r>
              <a:rPr lang="en-DK" b="0" dirty="0"/>
              <a:t> det at man </a:t>
            </a:r>
            <a:r>
              <a:rPr lang="en-DK" b="0" dirty="0" err="1"/>
              <a:t>kan</a:t>
            </a:r>
            <a:r>
              <a:rPr lang="en-DK" b="0" dirty="0"/>
              <a:t> se </a:t>
            </a:r>
            <a:r>
              <a:rPr lang="en-DK" b="0" dirty="0" err="1"/>
              <a:t>andre</a:t>
            </a:r>
            <a:r>
              <a:rPr lang="en-DK" b="0" dirty="0"/>
              <a:t> </a:t>
            </a:r>
            <a:r>
              <a:rPr lang="en-DK" b="0" dirty="0" err="1"/>
              <a:t>brugeres</a:t>
            </a:r>
            <a:r>
              <a:rPr lang="en-DK" b="0" dirty="0"/>
              <a:t> data.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CCC4A-2E87-DF78-3110-AC892882B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5929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noProof="0" dirty="0"/>
              <a:t>Vil </a:t>
            </a:r>
            <a:r>
              <a:rPr lang="en-DK" noProof="0" dirty="0" err="1"/>
              <a:t>demonstrere</a:t>
            </a:r>
            <a:r>
              <a:rPr lang="en-DK" noProof="0" dirty="0"/>
              <a:t> </a:t>
            </a:r>
            <a:r>
              <a:rPr lang="en-DK" noProof="0" dirty="0" err="1"/>
              <a:t>en</a:t>
            </a:r>
            <a:r>
              <a:rPr lang="en-DK" noProof="0" dirty="0"/>
              <a:t> EDE </a:t>
            </a:r>
            <a:r>
              <a:rPr lang="en-DK" noProof="0" dirty="0" err="1"/>
              <a:t>og</a:t>
            </a:r>
            <a:r>
              <a:rPr lang="en-DK" noProof="0" dirty="0"/>
              <a:t> BOLA </a:t>
            </a:r>
            <a:r>
              <a:rPr lang="en-DK" noProof="0" dirty="0" err="1"/>
              <a:t>sårbarhed</a:t>
            </a:r>
            <a:r>
              <a:rPr lang="en-DK" noProof="0" dirty="0"/>
              <a:t> </a:t>
            </a:r>
            <a:r>
              <a:rPr lang="en-DK" noProof="0" dirty="0" err="1"/>
              <a:t>i</a:t>
            </a:r>
            <a:r>
              <a:rPr lang="en-DK" noProof="0" dirty="0"/>
              <a:t> </a:t>
            </a:r>
            <a:r>
              <a:rPr lang="en-DK" noProof="0" dirty="0" err="1"/>
              <a:t>crAPI</a:t>
            </a:r>
            <a:endParaRPr lang="en-DK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noProof="0" dirty="0"/>
              <a:t>Man </a:t>
            </a:r>
            <a:r>
              <a:rPr lang="en-DK" noProof="0" dirty="0" err="1"/>
              <a:t>skal</a:t>
            </a:r>
            <a:r>
              <a:rPr lang="en-DK" noProof="0" dirty="0"/>
              <a:t> have 2 </a:t>
            </a:r>
            <a:r>
              <a:rPr lang="en-DK" noProof="0" dirty="0" err="1"/>
              <a:t>brugere</a:t>
            </a:r>
            <a:r>
              <a:rPr lang="en-DK" noProof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noProof="0" dirty="0"/>
              <a:t>Steps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K" noProof="0" dirty="0"/>
              <a:t>Log in </a:t>
            </a:r>
            <a:r>
              <a:rPr lang="en-DK" noProof="0" dirty="0" err="1"/>
              <a:t>som</a:t>
            </a:r>
            <a:r>
              <a:rPr lang="en-DK" noProof="0" dirty="0"/>
              <a:t> b</a:t>
            </a:r>
            <a:r>
              <a:rPr lang="en-US" noProof="0" dirty="0" err="1"/>
              <a:t>ur</a:t>
            </a:r>
            <a:r>
              <a:rPr lang="en-DK" noProof="0" dirty="0"/>
              <a:t>ger 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K" noProof="0" dirty="0" err="1"/>
              <a:t>Åben</a:t>
            </a:r>
            <a:r>
              <a:rPr lang="en-DK" noProof="0" dirty="0"/>
              <a:t> community forum </a:t>
            </a:r>
            <a:r>
              <a:rPr lang="en-DK" noProof="0" dirty="0" err="1"/>
              <a:t>siden</a:t>
            </a:r>
            <a:r>
              <a:rPr lang="en-DK" noProof="0" dirty="0"/>
              <a:t> </a:t>
            </a:r>
            <a:r>
              <a:rPr lang="en-DK" noProof="0" dirty="0" err="1"/>
              <a:t>og</a:t>
            </a:r>
            <a:r>
              <a:rPr lang="en-DK" noProof="0" dirty="0"/>
              <a:t> </a:t>
            </a:r>
            <a:r>
              <a:rPr lang="en-DK" noProof="0" dirty="0" err="1"/>
              <a:t>opsaver</a:t>
            </a:r>
            <a:r>
              <a:rPr lang="en-DK" noProof="0" dirty="0"/>
              <a:t> den </a:t>
            </a:r>
            <a:r>
              <a:rPr lang="en-DK" noProof="0" dirty="0" err="1"/>
              <a:t>responce</a:t>
            </a:r>
            <a:r>
              <a:rPr lang="en-DK" noProof="0" dirty="0"/>
              <a:t> body message.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 dirty="0"/>
              <a:t>N</a:t>
            </a:r>
            <a:r>
              <a:rPr lang="en-DK" noProof="0" dirty="0" err="1"/>
              <a:t>oter</a:t>
            </a:r>
            <a:r>
              <a:rPr lang="en-DK" noProof="0" dirty="0"/>
              <a:t> </a:t>
            </a:r>
            <a:r>
              <a:rPr lang="en-DK" noProof="0" dirty="0" err="1"/>
              <a:t>en</a:t>
            </a:r>
            <a:r>
              <a:rPr lang="en-DK" noProof="0" dirty="0"/>
              <a:t> </a:t>
            </a:r>
            <a:r>
              <a:rPr lang="en-DK" noProof="0" dirty="0" err="1"/>
              <a:t>af</a:t>
            </a:r>
            <a:r>
              <a:rPr lang="en-DK" noProof="0" dirty="0"/>
              <a:t> </a:t>
            </a:r>
            <a:r>
              <a:rPr lang="en-DK" noProof="0" dirty="0" err="1"/>
              <a:t>brugernes</a:t>
            </a:r>
            <a:r>
              <a:rPr lang="en-DK" noProof="0" dirty="0"/>
              <a:t> </a:t>
            </a:r>
            <a:r>
              <a:rPr lang="en-DK" noProof="0" dirty="0" err="1"/>
              <a:t>bil</a:t>
            </a:r>
            <a:r>
              <a:rPr lang="en-DK" noProof="0" dirty="0"/>
              <a:t> id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K" noProof="0" dirty="0" err="1"/>
              <a:t>Opdater</a:t>
            </a:r>
            <a:r>
              <a:rPr lang="en-DK" noProof="0" dirty="0"/>
              <a:t> </a:t>
            </a:r>
            <a:r>
              <a:rPr lang="en-DK" noProof="0" dirty="0" err="1"/>
              <a:t>bilens</a:t>
            </a:r>
            <a:r>
              <a:rPr lang="en-DK" noProof="0" dirty="0"/>
              <a:t> lo</a:t>
            </a:r>
            <a:r>
              <a:rPr lang="en-US" noProof="0" dirty="0"/>
              <a:t>c</a:t>
            </a:r>
            <a:r>
              <a:rPr lang="en-DK" noProof="0" dirty="0" err="1"/>
              <a:t>ation</a:t>
            </a:r>
            <a:r>
              <a:rPr lang="en-DK" noProof="0" dirty="0"/>
              <a:t> </a:t>
            </a:r>
            <a:r>
              <a:rPr lang="en-DK" noProof="0" dirty="0" err="1"/>
              <a:t>og</a:t>
            </a:r>
            <a:r>
              <a:rPr lang="en-DK" noProof="0" dirty="0"/>
              <a:t> </a:t>
            </a:r>
            <a:r>
              <a:rPr lang="en-DK" noProof="0" dirty="0" err="1"/>
              <a:t>opfange</a:t>
            </a:r>
            <a:r>
              <a:rPr lang="en-DK" noProof="0" dirty="0"/>
              <a:t> den request.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K" noProof="0" dirty="0"/>
              <a:t>Send den request </a:t>
            </a:r>
            <a:r>
              <a:rPr lang="en-DK" noProof="0" dirty="0" err="1"/>
              <a:t>til</a:t>
            </a:r>
            <a:r>
              <a:rPr lang="en-DK" noProof="0" dirty="0"/>
              <a:t> repeater, </a:t>
            </a:r>
            <a:r>
              <a:rPr lang="en-DK" noProof="0" dirty="0" err="1"/>
              <a:t>og</a:t>
            </a:r>
            <a:r>
              <a:rPr lang="en-DK" noProof="0" dirty="0"/>
              <a:t> </a:t>
            </a:r>
            <a:r>
              <a:rPr lang="en-DK" noProof="0" dirty="0" err="1"/>
              <a:t>erstat</a:t>
            </a:r>
            <a:r>
              <a:rPr lang="en-DK" noProof="0" dirty="0"/>
              <a:t> Bruger A’s </a:t>
            </a:r>
            <a:r>
              <a:rPr lang="en-DK" noProof="0" dirty="0" err="1"/>
              <a:t>bil</a:t>
            </a:r>
            <a:r>
              <a:rPr lang="en-DK" noProof="0" dirty="0"/>
              <a:t> ID med b</a:t>
            </a:r>
            <a:r>
              <a:rPr lang="en-US" noProof="0" dirty="0" err="1"/>
              <a:t>ur</a:t>
            </a:r>
            <a:r>
              <a:rPr lang="en-DK" noProof="0" dirty="0" err="1"/>
              <a:t>gerens</a:t>
            </a:r>
            <a:r>
              <a:rPr lang="en-DK" noProof="0" dirty="0"/>
              <a:t> </a:t>
            </a:r>
            <a:r>
              <a:rPr lang="en-DK" noProof="0" dirty="0" err="1"/>
              <a:t>bil</a:t>
            </a:r>
            <a:r>
              <a:rPr lang="en-DK" noProof="0" dirty="0"/>
              <a:t> id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K" noProof="0" dirty="0" err="1"/>
              <a:t>Obsaver</a:t>
            </a:r>
            <a:r>
              <a:rPr lang="en-DK" noProof="0" dirty="0"/>
              <a:t> at man </a:t>
            </a:r>
            <a:r>
              <a:rPr lang="en-DK" noProof="0" dirty="0" err="1"/>
              <a:t>som</a:t>
            </a:r>
            <a:r>
              <a:rPr lang="en-DK" noProof="0" dirty="0"/>
              <a:t> b</a:t>
            </a:r>
            <a:r>
              <a:rPr lang="en-US" noProof="0" dirty="0" err="1"/>
              <a:t>ur</a:t>
            </a:r>
            <a:r>
              <a:rPr lang="en-DK" noProof="0" dirty="0"/>
              <a:t>ger A med den </a:t>
            </a:r>
            <a:r>
              <a:rPr lang="en-DK" noProof="0" dirty="0" err="1"/>
              <a:t>brugers</a:t>
            </a:r>
            <a:r>
              <a:rPr lang="en-DK" noProof="0" dirty="0"/>
              <a:t> cookies </a:t>
            </a:r>
            <a:r>
              <a:rPr lang="en-DK" noProof="0" dirty="0" err="1"/>
              <a:t>og</a:t>
            </a:r>
            <a:r>
              <a:rPr lang="en-DK" noProof="0" dirty="0"/>
              <a:t> tokens, </a:t>
            </a:r>
            <a:r>
              <a:rPr lang="en-DK" noProof="0" dirty="0" err="1"/>
              <a:t>kan</a:t>
            </a:r>
            <a:r>
              <a:rPr lang="en-DK" noProof="0" dirty="0"/>
              <a:t> se </a:t>
            </a:r>
            <a:r>
              <a:rPr lang="en-DK" noProof="0" dirty="0" err="1"/>
              <a:t>andre</a:t>
            </a:r>
            <a:r>
              <a:rPr lang="en-DK" noProof="0" dirty="0"/>
              <a:t> </a:t>
            </a:r>
            <a:r>
              <a:rPr lang="en-DK" noProof="0" dirty="0" err="1"/>
              <a:t>brugeres</a:t>
            </a:r>
            <a:r>
              <a:rPr lang="en-DK" noProof="0" dirty="0"/>
              <a:t> </a:t>
            </a:r>
            <a:r>
              <a:rPr lang="en-DK" noProof="0" dirty="0" err="1"/>
              <a:t>bil</a:t>
            </a:r>
            <a:r>
              <a:rPr lang="en-DK" noProof="0" dirty="0"/>
              <a:t> </a:t>
            </a:r>
            <a:r>
              <a:rPr lang="en-DK" noProof="0" dirty="0" err="1"/>
              <a:t>informationer</a:t>
            </a:r>
            <a:r>
              <a:rPr lang="en-DK" noProof="0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K" noProof="0" dirty="0"/>
              <a:t>Jeg </a:t>
            </a:r>
            <a:r>
              <a:rPr lang="en-DK" noProof="0" dirty="0" err="1"/>
              <a:t>forventer</a:t>
            </a:r>
            <a:r>
              <a:rPr lang="en-DK" noProof="0" dirty="0"/>
              <a:t> at man </a:t>
            </a:r>
            <a:r>
              <a:rPr lang="en-DK" noProof="0" dirty="0" err="1"/>
              <a:t>ikke</a:t>
            </a:r>
            <a:r>
              <a:rPr lang="en-DK" noProof="0" dirty="0"/>
              <a:t> </a:t>
            </a:r>
            <a:r>
              <a:rPr lang="en-DK" noProof="0" dirty="0" err="1"/>
              <a:t>kan</a:t>
            </a:r>
            <a:r>
              <a:rPr lang="en-DK" noProof="0" dirty="0"/>
              <a:t> </a:t>
            </a:r>
            <a:r>
              <a:rPr lang="en-DK" noProof="0" dirty="0" err="1"/>
              <a:t>tilgå</a:t>
            </a:r>
            <a:r>
              <a:rPr lang="en-DK" noProof="0" dirty="0"/>
              <a:t> </a:t>
            </a:r>
            <a:r>
              <a:rPr lang="en-DK" noProof="0" dirty="0" err="1"/>
              <a:t>andres</a:t>
            </a:r>
            <a:r>
              <a:rPr lang="en-DK" noProof="0" dirty="0"/>
              <a:t> data. </a:t>
            </a:r>
            <a:r>
              <a:rPr lang="en-US" noProof="0"/>
              <a:t>400 Bad Request</a:t>
            </a:r>
            <a:endParaRPr lang="en-DK" noProof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K" noProof="0" dirty="0"/>
              <a:t>Ved at </a:t>
            </a:r>
            <a:r>
              <a:rPr lang="en-DK" noProof="0" dirty="0" err="1"/>
              <a:t>åbne</a:t>
            </a:r>
            <a:r>
              <a:rPr lang="en-DK" noProof="0" dirty="0"/>
              <a:t> forum </a:t>
            </a:r>
            <a:r>
              <a:rPr lang="en-DK" noProof="0" dirty="0" err="1"/>
              <a:t>kan</a:t>
            </a:r>
            <a:r>
              <a:rPr lang="en-DK" noProof="0" dirty="0"/>
              <a:t> man se </a:t>
            </a:r>
            <a:r>
              <a:rPr lang="en-DK" noProof="0" dirty="0" err="1"/>
              <a:t>andres</a:t>
            </a:r>
            <a:r>
              <a:rPr lang="en-DK" noProof="0" dirty="0"/>
              <a:t> </a:t>
            </a:r>
            <a:r>
              <a:rPr lang="en-DK" noProof="0" dirty="0" err="1"/>
              <a:t>bil</a:t>
            </a:r>
            <a:r>
              <a:rPr lang="en-DK" noProof="0" dirty="0"/>
              <a:t> </a:t>
            </a:r>
            <a:r>
              <a:rPr lang="en-DK" noProof="0" dirty="0" err="1"/>
              <a:t>id’er</a:t>
            </a:r>
            <a:r>
              <a:rPr lang="en-DK" noProof="0" dirty="0"/>
              <a:t>, man </a:t>
            </a:r>
            <a:r>
              <a:rPr lang="en-DK" noProof="0" dirty="0" err="1"/>
              <a:t>kan</a:t>
            </a:r>
            <a:r>
              <a:rPr lang="en-DK" noProof="0" dirty="0"/>
              <a:t> </a:t>
            </a:r>
            <a:r>
              <a:rPr lang="en-DK" noProof="0" dirty="0" err="1"/>
              <a:t>bruge</a:t>
            </a:r>
            <a:r>
              <a:rPr lang="en-DK" noProof="0" dirty="0"/>
              <a:t> det </a:t>
            </a:r>
            <a:r>
              <a:rPr lang="en-DK" noProof="0" dirty="0" err="1"/>
              <a:t>til</a:t>
            </a:r>
            <a:r>
              <a:rPr lang="en-DK" noProof="0" dirty="0"/>
              <a:t> at se </a:t>
            </a:r>
            <a:r>
              <a:rPr lang="en-DK" noProof="0" dirty="0" err="1"/>
              <a:t>bilen</a:t>
            </a:r>
            <a:r>
              <a:rPr lang="en-DK" noProof="0" dirty="0"/>
              <a:t> lo</a:t>
            </a:r>
            <a:r>
              <a:rPr lang="en-US" noProof="0" dirty="0"/>
              <a:t>c</a:t>
            </a:r>
            <a:r>
              <a:rPr lang="en-DK" noProof="0" dirty="0" err="1"/>
              <a:t>ation</a:t>
            </a:r>
            <a:r>
              <a:rPr lang="en-DK" noProof="0" dirty="0"/>
              <a:t>.</a:t>
            </a:r>
            <a:endParaRPr lang="da-DK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21721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122F-5128-4D4E-B469-F0EA533E9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02446-3F76-3E9E-CB3E-DFB1822BD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3265F-9BFC-EAB0-3BB8-36647CAED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DK" noProof="0" dirty="0">
              <a:highlight>
                <a:srgbClr val="FF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09B2C-DD7D-905A-3A39-F898E7462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51070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2" y="949325"/>
            <a:ext cx="87157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da-DK" sz="5100" noProof="0" dirty="0">
                <a:solidFill>
                  <a:schemeClr val="bg1"/>
                </a:solidFill>
              </a:rPr>
              <a:t>Demonstrer hvordan du kan udnytte en adgangskontrolsårbarhed i et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a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Hvad er BOLA?</a:t>
            </a:r>
          </a:p>
          <a:p>
            <a:r>
              <a:rPr lang="da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Demonstration: crAPI</a:t>
            </a:r>
          </a:p>
          <a:p>
            <a:r>
              <a:rPr lang="da-DK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Forbedringer</a:t>
            </a: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E8CFA-8A87-7B4E-8BC1-C1F32982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7D97-EE74-013B-D96F-547413A7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Hvad er BOLA?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ADD96-E2D6-9771-0577-EDF0948C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Broken Object Level Authorization</a:t>
            </a:r>
          </a:p>
          <a:p>
            <a:pPr marL="457200" lvl="1" indent="0">
              <a:buNone/>
            </a:pP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6BD8A7-3100-937D-709F-D33EDBB17CF8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542607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erson holding a computer&#10;&#10;AI-generated content may be incorrect.">
            <a:extLst>
              <a:ext uri="{FF2B5EF4-FFF2-40B4-BE49-F238E27FC236}">
                <a16:creationId xmlns:a16="http://schemas.microsoft.com/office/drawing/2014/main" id="{D07C53BC-D1BE-5AB3-FC67-2C9B33187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661" y="3095192"/>
            <a:ext cx="75247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30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6146-FD87-1036-EA2E-FC5ACF69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Demonstration med crAPI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AB3A4-B20B-2F15-9E19-BE5CACBC8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BOLA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Precondition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Steps</a:t>
            </a:r>
          </a:p>
          <a:p>
            <a:pPr lvl="1"/>
            <a:r>
              <a:rPr lang="en-DK" dirty="0">
                <a:solidFill>
                  <a:schemeClr val="bg1"/>
                </a:solidFill>
              </a:rPr>
              <a:t>EDE + BOLA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Forventet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resultat</a:t>
            </a: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Egenligt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resultat</a:t>
            </a:r>
            <a:endParaRPr lang="da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968558-6DFF-3A7A-158F-07D679A1413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6119553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03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26FC6-A201-1C2D-E02B-B34B02F7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0C45-F3A5-64FB-440E-04310D1F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 err="1">
                <a:solidFill>
                  <a:schemeClr val="bg1"/>
                </a:solidFill>
              </a:rPr>
              <a:t>Forbyggelse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2005-A602-722D-3444-89283B64D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noProof="0" dirty="0">
                <a:solidFill>
                  <a:schemeClr val="bg1"/>
                </a:solidFill>
              </a:rPr>
              <a:t>Adgangscontrol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en-DK" dirty="0">
                <a:solidFill>
                  <a:schemeClr val="bg1"/>
                </a:solidFill>
              </a:rPr>
              <a:t>Implementer random ID</a:t>
            </a:r>
          </a:p>
          <a:p>
            <a:endParaRPr lang="da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86E010-83D9-2B27-494E-53E48ACD5DA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035531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shield with a lock&#10;&#10;AI-generated content may be incorrect.">
            <a:extLst>
              <a:ext uri="{FF2B5EF4-FFF2-40B4-BE49-F238E27FC236}">
                <a16:creationId xmlns:a16="http://schemas.microsoft.com/office/drawing/2014/main" id="{735DE260-74E0-D0A4-DCE5-2942FAB40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388" y="1825625"/>
            <a:ext cx="3780905" cy="378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89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6162</TotalTime>
  <Words>252</Words>
  <Application>Microsoft Office PowerPoint</Application>
  <PresentationFormat>Widescreen</PresentationFormat>
  <Paragraphs>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Demonstrer hvordan du kan udnytte en adgangskontrolsårbarhed i et API</vt:lpstr>
      <vt:lpstr>Agenda</vt:lpstr>
      <vt:lpstr>Hvad er BOLA?</vt:lpstr>
      <vt:lpstr>Demonstration med crAPI</vt:lpstr>
      <vt:lpstr>Forbyggelse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244</cp:revision>
  <dcterms:created xsi:type="dcterms:W3CDTF">2025-11-06T19:46:54Z</dcterms:created>
  <dcterms:modified xsi:type="dcterms:W3CDTF">2025-12-03T09:02:58Z</dcterms:modified>
</cp:coreProperties>
</file>