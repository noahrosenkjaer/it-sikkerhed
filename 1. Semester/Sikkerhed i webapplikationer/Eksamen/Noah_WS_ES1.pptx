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5" r:id="rId4"/>
    <p:sldId id="269" r:id="rId5"/>
    <p:sldId id="270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-46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EEDF-C9C5-5CFC-4457-9AA379D0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64BD8-8369-00D7-5D7A-0FB5E3A2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EC3AB-6469-0BB0-CAA6-5226D4731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Fuzz testing</a:t>
            </a:r>
            <a:r>
              <a:rPr lang="da-DK" dirty="0"/>
              <a:t>, eller </a:t>
            </a:r>
            <a:r>
              <a:rPr lang="da-DK" b="1" dirty="0"/>
              <a:t>fuzzing</a:t>
            </a:r>
            <a:r>
              <a:rPr lang="da-DK" dirty="0"/>
              <a:t>, er en </a:t>
            </a:r>
            <a:r>
              <a:rPr lang="en-DK" dirty="0"/>
              <a:t>testing </a:t>
            </a:r>
            <a:r>
              <a:rPr lang="en-DK" dirty="0" err="1"/>
              <a:t>metode</a:t>
            </a:r>
            <a:r>
              <a:rPr lang="da-DK" dirty="0"/>
              <a:t>, der har til formål at identificere fejl, sårbarheder eller uventet adfærd ved automatisk at give et program uventede, </a:t>
            </a:r>
            <a:r>
              <a:rPr lang="da-DK" b="1" dirty="0"/>
              <a:t>fejlformede</a:t>
            </a:r>
            <a:r>
              <a:rPr lang="da-DK" dirty="0"/>
              <a:t> eller delvist </a:t>
            </a:r>
            <a:r>
              <a:rPr lang="da-DK" b="1" dirty="0"/>
              <a:t>fejlformede</a:t>
            </a:r>
            <a:r>
              <a:rPr lang="da-DK" dirty="0"/>
              <a:t> input.</a:t>
            </a:r>
            <a:r>
              <a:rPr lang="en-DK" dirty="0"/>
              <a:t> Input </a:t>
            </a:r>
            <a:r>
              <a:rPr lang="en-DK" dirty="0" err="1"/>
              <a:t>som</a:t>
            </a:r>
            <a:r>
              <a:rPr lang="en-DK" dirty="0"/>
              <a:t> den </a:t>
            </a:r>
            <a:r>
              <a:rPr lang="en-DK" dirty="0" err="1"/>
              <a:t>måske</a:t>
            </a:r>
            <a:r>
              <a:rPr lang="en-DK" dirty="0"/>
              <a:t> </a:t>
            </a:r>
            <a:r>
              <a:rPr lang="en-DK" dirty="0" err="1"/>
              <a:t>ikke</a:t>
            </a:r>
            <a:r>
              <a:rPr lang="en-DK" dirty="0"/>
              <a:t> </a:t>
            </a:r>
            <a:r>
              <a:rPr lang="en-DK" dirty="0" err="1"/>
              <a:t>vil</a:t>
            </a:r>
            <a:r>
              <a:rPr lang="en-DK" dirty="0"/>
              <a:t> </a:t>
            </a:r>
            <a:r>
              <a:rPr lang="en-DK" dirty="0" err="1"/>
              <a:t>kunne</a:t>
            </a:r>
            <a:r>
              <a:rPr lang="en-DK" dirty="0"/>
              <a:t> </a:t>
            </a:r>
            <a:r>
              <a:rPr lang="en-DK" dirty="0" err="1"/>
              <a:t>håndtere</a:t>
            </a:r>
            <a:r>
              <a:rPr lang="en-DK" dirty="0"/>
              <a:t> </a:t>
            </a:r>
            <a:r>
              <a:rPr lang="en-DK" dirty="0" err="1"/>
              <a:t>ordenligt</a:t>
            </a:r>
            <a:r>
              <a:rPr lang="en-DK" dirty="0"/>
              <a:t>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CC4A-2E87-DF78-3110-AC892882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92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7C81-4A89-92AF-6231-4030F02C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A1987-9B72-87B9-AF9D-1346D9F19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D9BAC-A3F5-77D7-CCE7-CA48812F2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DK" noProof="0" dirty="0"/>
              <a:t>Denne fuzzing demonstration </a:t>
            </a:r>
            <a:r>
              <a:rPr lang="en-DK" noProof="0" dirty="0" err="1"/>
              <a:t>leder</a:t>
            </a:r>
            <a:r>
              <a:rPr lang="en-DK" noProof="0" dirty="0"/>
              <a:t> </a:t>
            </a:r>
            <a:r>
              <a:rPr lang="en-DK" noProof="0" dirty="0" err="1"/>
              <a:t>efter</a:t>
            </a:r>
            <a:r>
              <a:rPr lang="en-DK" noProof="0" dirty="0"/>
              <a:t> SQLi</a:t>
            </a:r>
          </a:p>
          <a:p>
            <a:pPr marL="228600" indent="-228600">
              <a:buFont typeface="+mj-lt"/>
              <a:buAutoNum type="arabicPeriod"/>
            </a:pPr>
            <a:r>
              <a:rPr lang="en-DK" noProof="0" dirty="0"/>
              <a:t>Ingen</a:t>
            </a:r>
          </a:p>
          <a:p>
            <a:pPr marL="228600" indent="-228600">
              <a:buFont typeface="+mj-lt"/>
              <a:buAutoNum type="arabicPeriod"/>
            </a:pPr>
            <a:r>
              <a:rPr lang="en-DK" noProof="0" dirty="0"/>
              <a:t>Steps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 err="1"/>
              <a:t>Åben</a:t>
            </a:r>
            <a:r>
              <a:rPr lang="en-DK" noProof="0" dirty="0"/>
              <a:t> juice shop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 err="1"/>
              <a:t>Gå</a:t>
            </a:r>
            <a:r>
              <a:rPr lang="en-DK" noProof="0" dirty="0"/>
              <a:t> </a:t>
            </a:r>
            <a:r>
              <a:rPr lang="en-DK" noProof="0" dirty="0" err="1"/>
              <a:t>til</a:t>
            </a:r>
            <a:r>
              <a:rPr lang="en-DK" noProof="0" dirty="0"/>
              <a:t> login </a:t>
            </a:r>
            <a:r>
              <a:rPr lang="en-DK" noProof="0" dirty="0" err="1"/>
              <a:t>siden</a:t>
            </a:r>
            <a:endParaRPr lang="en-DK" noProof="0" dirty="0"/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 err="1"/>
              <a:t>Opfang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login request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/>
              <a:t>Fuzz den request med </a:t>
            </a:r>
            <a:r>
              <a:rPr lang="en-DK" noProof="0" dirty="0" err="1"/>
              <a:t>forskellige</a:t>
            </a:r>
            <a:r>
              <a:rPr lang="en-DK" noProof="0" dirty="0"/>
              <a:t> payloads </a:t>
            </a:r>
            <a:r>
              <a:rPr lang="en-DK" noProof="0" dirty="0" err="1"/>
              <a:t>i</a:t>
            </a:r>
            <a:r>
              <a:rPr lang="en-DK" noProof="0" dirty="0"/>
              <a:t> </a:t>
            </a:r>
            <a:r>
              <a:rPr lang="en-DK" noProof="0" dirty="0" err="1"/>
              <a:t>stedet</a:t>
            </a:r>
            <a:r>
              <a:rPr lang="en-DK" noProof="0" dirty="0"/>
              <a:t> for </a:t>
            </a:r>
            <a:r>
              <a:rPr lang="en-DK" noProof="0" dirty="0" err="1"/>
              <a:t>emailen</a:t>
            </a:r>
            <a:r>
              <a:rPr lang="en-DK" noProof="0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/>
              <a:t>Se </a:t>
            </a:r>
            <a:r>
              <a:rPr lang="en-DK" noProof="0" dirty="0" err="1"/>
              <a:t>resultaterne</a:t>
            </a:r>
            <a:endParaRPr lang="en-DK" noProof="0" dirty="0"/>
          </a:p>
          <a:p>
            <a:pPr marL="685800" lvl="1" indent="-228600">
              <a:buFont typeface="+mj-lt"/>
              <a:buAutoNum type="arabicPeriod"/>
            </a:pPr>
            <a:r>
              <a:rPr lang="en-DK" noProof="0" dirty="0"/>
              <a:t>Login </a:t>
            </a:r>
            <a:r>
              <a:rPr lang="en-DK" noProof="0" dirty="0" err="1"/>
              <a:t>som</a:t>
            </a:r>
            <a:r>
              <a:rPr lang="en-DK" noProof="0" dirty="0"/>
              <a:t> admin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DK" noProof="0" dirty="0" err="1"/>
              <a:t>Forventer</a:t>
            </a:r>
            <a:r>
              <a:rPr lang="en-DK" noProof="0" dirty="0"/>
              <a:t> at man </a:t>
            </a:r>
            <a:r>
              <a:rPr lang="en-DK" noProof="0" dirty="0" err="1"/>
              <a:t>får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den </a:t>
            </a:r>
            <a:r>
              <a:rPr lang="en-DK" noProof="0" dirty="0" err="1"/>
              <a:t>ikke</a:t>
            </a:r>
            <a:r>
              <a:rPr lang="en-DK" noProof="0" dirty="0"/>
              <a:t> </a:t>
            </a:r>
            <a:r>
              <a:rPr lang="en-DK" noProof="0" dirty="0" err="1"/>
              <a:t>godtager</a:t>
            </a:r>
            <a:r>
              <a:rPr lang="en-DK" noProof="0" dirty="0"/>
              <a:t> special </a:t>
            </a:r>
            <a:r>
              <a:rPr lang="en-DK" noProof="0" dirty="0" err="1"/>
              <a:t>tegn</a:t>
            </a:r>
            <a:r>
              <a:rPr lang="en-DK" noProof="0" dirty="0"/>
              <a:t> </a:t>
            </a:r>
            <a:r>
              <a:rPr lang="en-DK" noProof="0" dirty="0" err="1"/>
              <a:t>andet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@ </a:t>
            </a:r>
            <a:r>
              <a:rPr lang="en-DK" noProof="0" dirty="0" err="1"/>
              <a:t>og</a:t>
            </a:r>
            <a:r>
              <a:rPr lang="en-DK" noProof="0" dirty="0"/>
              <a:t> ., </a:t>
            </a:r>
            <a:r>
              <a:rPr lang="en-DK" noProof="0" dirty="0" err="1"/>
              <a:t>og</a:t>
            </a:r>
            <a:r>
              <a:rPr lang="en-DK" noProof="0" dirty="0"/>
              <a:t> at </a:t>
            </a:r>
            <a:r>
              <a:rPr lang="en-DK" noProof="0" dirty="0" err="1"/>
              <a:t>hvis</a:t>
            </a:r>
            <a:r>
              <a:rPr lang="en-DK" noProof="0" dirty="0"/>
              <a:t> der </a:t>
            </a:r>
            <a:r>
              <a:rPr lang="en-DK" noProof="0" dirty="0" err="1"/>
              <a:t>sker</a:t>
            </a:r>
            <a:r>
              <a:rPr lang="en-DK" noProof="0" dirty="0"/>
              <a:t> </a:t>
            </a:r>
            <a:r>
              <a:rPr lang="en-DK" noProof="0" dirty="0" err="1"/>
              <a:t>fejl</a:t>
            </a:r>
            <a:r>
              <a:rPr lang="en-DK" noProof="0" dirty="0"/>
              <a:t>, </a:t>
            </a:r>
            <a:r>
              <a:rPr lang="en-DK" noProof="0" dirty="0" err="1"/>
              <a:t>så</a:t>
            </a:r>
            <a:r>
              <a:rPr lang="en-DK" noProof="0" dirty="0"/>
              <a:t> </a:t>
            </a:r>
            <a:r>
              <a:rPr lang="en-DK" noProof="0" dirty="0" err="1"/>
              <a:t>bliver</a:t>
            </a:r>
            <a:r>
              <a:rPr lang="en-DK" noProof="0" dirty="0"/>
              <a:t> </a:t>
            </a:r>
            <a:r>
              <a:rPr lang="en-DK" noProof="0" dirty="0" err="1"/>
              <a:t>fejlen</a:t>
            </a:r>
            <a:r>
              <a:rPr lang="en-DK" noProof="0" dirty="0"/>
              <a:t> </a:t>
            </a:r>
            <a:r>
              <a:rPr lang="en-DK" noProof="0" dirty="0" err="1"/>
              <a:t>ikke</a:t>
            </a:r>
            <a:r>
              <a:rPr lang="en-DK" noProof="0" dirty="0"/>
              <a:t> send </a:t>
            </a:r>
            <a:r>
              <a:rPr lang="en-DK" noProof="0" dirty="0" err="1"/>
              <a:t>til</a:t>
            </a:r>
            <a:r>
              <a:rPr lang="en-DK" noProof="0" dirty="0"/>
              <a:t> </a:t>
            </a:r>
            <a:r>
              <a:rPr lang="en-DK" noProof="0" dirty="0" err="1"/>
              <a:t>brugeren</a:t>
            </a:r>
            <a:r>
              <a:rPr lang="en-DK" noProof="0" dirty="0"/>
              <a:t>. </a:t>
            </a:r>
            <a:r>
              <a:rPr lang="en-US" noProof="0"/>
              <a:t>400 Bad Request</a:t>
            </a:r>
            <a:endParaRPr lang="en-DK" noProof="0"/>
          </a:p>
          <a:p>
            <a:pPr marL="228600" lvl="0" indent="-228600">
              <a:buFont typeface="+mj-lt"/>
              <a:buAutoNum type="arabicPeriod"/>
            </a:pPr>
            <a:r>
              <a:rPr lang="en-DK" noProof="0" dirty="0" err="1"/>
              <a:t>Resultatet</a:t>
            </a:r>
            <a:r>
              <a:rPr lang="en-DK" noProof="0" dirty="0"/>
              <a:t> er EDE, </a:t>
            </a:r>
            <a:r>
              <a:rPr lang="en-DK" noProof="0" dirty="0" err="1"/>
              <a:t>og</a:t>
            </a:r>
            <a:r>
              <a:rPr lang="en-DK" noProof="0" dirty="0"/>
              <a:t> at SQLi er </a:t>
            </a:r>
            <a:r>
              <a:rPr lang="en-DK" noProof="0" dirty="0" err="1"/>
              <a:t>muligt</a:t>
            </a:r>
            <a:r>
              <a:rPr lang="en-DK" noProof="0" dirty="0"/>
              <a:t> </a:t>
            </a:r>
            <a:r>
              <a:rPr lang="en-DK" noProof="0" dirty="0" err="1"/>
              <a:t>og</a:t>
            </a:r>
            <a:r>
              <a:rPr lang="en-DK" noProof="0" dirty="0"/>
              <a:t> man </a:t>
            </a:r>
            <a:r>
              <a:rPr lang="en-DK" noProof="0" dirty="0" err="1"/>
              <a:t>kan</a:t>
            </a:r>
            <a:r>
              <a:rPr lang="en-DK" noProof="0" dirty="0"/>
              <a:t> </a:t>
            </a:r>
            <a:r>
              <a:rPr lang="en-DK" noProof="0" dirty="0" err="1"/>
              <a:t>logge</a:t>
            </a:r>
            <a:r>
              <a:rPr lang="en-DK" noProof="0" dirty="0"/>
              <a:t> </a:t>
            </a:r>
            <a:r>
              <a:rPr lang="en-DK" noProof="0" dirty="0" err="1"/>
              <a:t>ind</a:t>
            </a:r>
            <a:r>
              <a:rPr lang="en-DK" noProof="0" dirty="0"/>
              <a:t> </a:t>
            </a:r>
            <a:r>
              <a:rPr lang="en-DK" noProof="0" dirty="0" err="1"/>
              <a:t>på</a:t>
            </a:r>
            <a:r>
              <a:rPr lang="en-DK" noProof="0" dirty="0"/>
              <a:t> admin </a:t>
            </a:r>
            <a:r>
              <a:rPr lang="en-DK" noProof="0" dirty="0" err="1"/>
              <a:t>brugeren</a:t>
            </a:r>
            <a:r>
              <a:rPr lang="en-DK" noProof="0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38E8C-5B7D-A24D-DBB3-A4A10A402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4285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122F-5128-4D4E-B469-F0EA533E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02446-3F76-3E9E-CB3E-DFB1822BD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3265F-9BFC-EAB0-3BB8-36647CAED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K" dirty="0">
                <a:highlight>
                  <a:srgbClr val="FFFF00"/>
                </a:highlight>
              </a:rPr>
              <a:t>For at </a:t>
            </a:r>
            <a:r>
              <a:rPr lang="en-DK" dirty="0" err="1">
                <a:highlight>
                  <a:srgbClr val="FFFF00"/>
                </a:highlight>
              </a:rPr>
              <a:t>forhindre</a:t>
            </a:r>
            <a:r>
              <a:rPr lang="en-DK" dirty="0">
                <a:highlight>
                  <a:srgbClr val="FFFF00"/>
                </a:highlight>
              </a:rPr>
              <a:t> SQLi </a:t>
            </a:r>
            <a:r>
              <a:rPr lang="en-DK" dirty="0" err="1">
                <a:highlight>
                  <a:srgbClr val="FFFF00"/>
                </a:highlight>
              </a:rPr>
              <a:t>kan</a:t>
            </a:r>
            <a:r>
              <a:rPr lang="en-DK" dirty="0">
                <a:highlight>
                  <a:srgbClr val="FFFF00"/>
                </a:highlight>
              </a:rPr>
              <a:t> man </a:t>
            </a:r>
            <a:r>
              <a:rPr lang="en-GB" dirty="0" err="1">
                <a:highlight>
                  <a:srgbClr val="FFFF00"/>
                </a:highlight>
              </a:rPr>
              <a:t>parametrisere</a:t>
            </a:r>
            <a:r>
              <a:rPr lang="en-DK" dirty="0">
                <a:highlight>
                  <a:srgbClr val="FFFF00"/>
                </a:highlight>
              </a:rPr>
              <a:t> sin SQL query, da det </a:t>
            </a:r>
            <a:r>
              <a:rPr lang="en-DK" dirty="0" err="1">
                <a:highlight>
                  <a:srgbClr val="FFFF00"/>
                </a:highlight>
              </a:rPr>
              <a:t>vil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gøre</a:t>
            </a:r>
            <a:r>
              <a:rPr lang="en-DK" dirty="0">
                <a:highlight>
                  <a:srgbClr val="FFFF00"/>
                </a:highlight>
              </a:rPr>
              <a:t> at </a:t>
            </a:r>
            <a:r>
              <a:rPr lang="da-DK" b="0" dirty="0">
                <a:highlight>
                  <a:srgbClr val="FFFF00"/>
                </a:highlight>
              </a:rPr>
              <a:t>data og kode holdes adskilt.</a:t>
            </a:r>
            <a:r>
              <a:rPr lang="en-DK" b="0" dirty="0">
                <a:highlight>
                  <a:srgbClr val="FFFF00"/>
                </a:highlight>
              </a:rPr>
              <a:t> Kort </a:t>
            </a:r>
            <a:r>
              <a:rPr lang="en-DK" b="0" dirty="0" err="1">
                <a:highlight>
                  <a:srgbClr val="FFFF00"/>
                </a:highlight>
              </a:rPr>
              <a:t>sagt</a:t>
            </a:r>
            <a:r>
              <a:rPr lang="en-DK" b="0" dirty="0">
                <a:highlight>
                  <a:srgbClr val="FFFF00"/>
                </a:highlight>
              </a:rPr>
              <a:t> </a:t>
            </a:r>
            <a:r>
              <a:rPr lang="en-DK" b="0" dirty="0" err="1">
                <a:highlight>
                  <a:srgbClr val="FFFF00"/>
                </a:highlight>
              </a:rPr>
              <a:t>forstår</a:t>
            </a:r>
            <a:r>
              <a:rPr lang="en-DK" b="0" dirty="0">
                <a:highlight>
                  <a:srgbClr val="FFFF00"/>
                </a:highlight>
              </a:rPr>
              <a:t> </a:t>
            </a:r>
            <a:r>
              <a:rPr lang="da-DK" dirty="0">
                <a:highlight>
                  <a:srgbClr val="FFFF00"/>
                </a:highlight>
              </a:rPr>
              <a:t>databasen, hvad der er </a:t>
            </a:r>
            <a:r>
              <a:rPr lang="da-DK" b="0" dirty="0">
                <a:highlight>
                  <a:srgbClr val="FFFF00"/>
                </a:highlight>
              </a:rPr>
              <a:t>SQL-kode</a:t>
            </a:r>
            <a:r>
              <a:rPr lang="da-DK" dirty="0">
                <a:highlight>
                  <a:srgbClr val="FFFF00"/>
                </a:highlight>
              </a:rPr>
              <a:t>, og hvad der er </a:t>
            </a:r>
            <a:r>
              <a:rPr lang="da-DK" b="0" dirty="0">
                <a:highlight>
                  <a:srgbClr val="FFFF00"/>
                </a:highlight>
              </a:rPr>
              <a:t>brugerdata</a:t>
            </a:r>
            <a:r>
              <a:rPr lang="da-DK" dirty="0">
                <a:highlight>
                  <a:srgbClr val="FFFF00"/>
                </a:highlight>
              </a:rPr>
              <a:t> — og blander dem ikke sammen.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Før</a:t>
            </a:r>
            <a:r>
              <a:rPr lang="en-DK" dirty="0">
                <a:highlight>
                  <a:srgbClr val="FFFF00"/>
                </a:highlight>
              </a:rPr>
              <a:t> var </a:t>
            </a:r>
            <a:r>
              <a:rPr lang="en-DK" dirty="0" err="1">
                <a:highlight>
                  <a:srgbClr val="FFFF00"/>
                </a:highlight>
              </a:rPr>
              <a:t>brugerens</a:t>
            </a:r>
            <a:r>
              <a:rPr lang="en-DK" dirty="0">
                <a:highlight>
                  <a:srgbClr val="FFFF00"/>
                </a:highlight>
              </a:rPr>
              <a:t> input med </a:t>
            </a:r>
            <a:r>
              <a:rPr lang="en-DK" dirty="0" err="1">
                <a:highlight>
                  <a:srgbClr val="FFFF00"/>
                </a:highlight>
              </a:rPr>
              <a:t>i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querien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og</a:t>
            </a:r>
            <a:r>
              <a:rPr lang="en-DK" dirty="0">
                <a:highlight>
                  <a:srgbClr val="FFFF00"/>
                </a:highlight>
              </a:rPr>
              <a:t> man </a:t>
            </a:r>
            <a:r>
              <a:rPr lang="en-DK" dirty="0" err="1">
                <a:highlight>
                  <a:srgbClr val="FFFF00"/>
                </a:highlight>
              </a:rPr>
              <a:t>kunne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skrive</a:t>
            </a:r>
            <a:r>
              <a:rPr lang="en-DK" dirty="0">
                <a:highlight>
                  <a:srgbClr val="FFFF00"/>
                </a:highlight>
              </a:rPr>
              <a:t> SQL </a:t>
            </a:r>
            <a:r>
              <a:rPr lang="en-DK" dirty="0" err="1">
                <a:highlight>
                  <a:srgbClr val="FFFF00"/>
                </a:highlight>
              </a:rPr>
              <a:t>kode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som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databasen</a:t>
            </a:r>
            <a:r>
              <a:rPr lang="en-DK" dirty="0">
                <a:highlight>
                  <a:srgbClr val="FFFF00"/>
                </a:highlight>
              </a:rPr>
              <a:t> </a:t>
            </a:r>
            <a:r>
              <a:rPr lang="en-DK" dirty="0" err="1">
                <a:highlight>
                  <a:srgbClr val="FFFF00"/>
                </a:highlight>
              </a:rPr>
              <a:t>eksikverede</a:t>
            </a:r>
            <a:r>
              <a:rPr lang="en-DK" dirty="0">
                <a:highlight>
                  <a:srgbClr val="FFFF00"/>
                </a:highlight>
              </a:rPr>
              <a:t>, men med </a:t>
            </a:r>
            <a:r>
              <a:rPr lang="da-DK" dirty="0">
                <a:solidFill>
                  <a:schemeClr val="bg1"/>
                </a:solidFill>
                <a:highlight>
                  <a:srgbClr val="FFFF00"/>
                </a:highlight>
              </a:rPr>
              <a:t>parametrisering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in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sætter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man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dataen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som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parameter,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som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databasen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ved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kun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kan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og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skal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DK" dirty="0" err="1">
                <a:solidFill>
                  <a:schemeClr val="bg1"/>
                </a:solidFill>
                <a:highlight>
                  <a:srgbClr val="FFFF00"/>
                </a:highlight>
              </a:rPr>
              <a:t>være</a:t>
            </a:r>
            <a:r>
              <a:rPr lang="en-DK" dirty="0">
                <a:solidFill>
                  <a:schemeClr val="bg1"/>
                </a:solidFill>
                <a:highlight>
                  <a:srgbClr val="FFFF00"/>
                </a:highlight>
              </a:rPr>
              <a:t>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DK" noProof="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09B2C-DD7D-905A-3A39-F898E7462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107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2" y="949325"/>
            <a:ext cx="8715700" cy="2387600"/>
          </a:xfrm>
        </p:spPr>
        <p:txBody>
          <a:bodyPr>
            <a:normAutofit/>
          </a:bodyPr>
          <a:lstStyle/>
          <a:p>
            <a:pPr algn="l"/>
            <a:r>
              <a:rPr lang="en-DK" sz="5100" noProof="0" dirty="0" err="1">
                <a:solidFill>
                  <a:schemeClr val="bg1"/>
                </a:solidFill>
              </a:rPr>
              <a:t>Demonstrer</a:t>
            </a:r>
            <a:r>
              <a:rPr lang="en-DK" sz="5100" noProof="0" dirty="0">
                <a:solidFill>
                  <a:schemeClr val="bg1"/>
                </a:solidFill>
              </a:rPr>
              <a:t> </a:t>
            </a:r>
            <a:r>
              <a:rPr lang="en-DK" sz="5100" noProof="0" dirty="0" err="1">
                <a:solidFill>
                  <a:schemeClr val="bg1"/>
                </a:solidFill>
              </a:rPr>
              <a:t>brugen</a:t>
            </a:r>
            <a:r>
              <a:rPr lang="en-DK" sz="5100" noProof="0" dirty="0">
                <a:solidFill>
                  <a:schemeClr val="bg1"/>
                </a:solidFill>
              </a:rPr>
              <a:t> </a:t>
            </a:r>
            <a:r>
              <a:rPr lang="en-DK" sz="5100" noProof="0" dirty="0" err="1">
                <a:solidFill>
                  <a:schemeClr val="bg1"/>
                </a:solidFill>
              </a:rPr>
              <a:t>af</a:t>
            </a:r>
            <a:r>
              <a:rPr lang="en-DK" sz="5100" noProof="0" dirty="0">
                <a:solidFill>
                  <a:schemeClr val="bg1"/>
                </a:solidFill>
              </a:rPr>
              <a:t> fuzzing </a:t>
            </a:r>
            <a:r>
              <a:rPr lang="en-DK" sz="5100" noProof="0" dirty="0" err="1">
                <a:solidFill>
                  <a:schemeClr val="bg1"/>
                </a:solidFill>
              </a:rPr>
              <a:t>til</a:t>
            </a:r>
            <a:r>
              <a:rPr lang="en-DK" sz="5100" noProof="0" dirty="0">
                <a:solidFill>
                  <a:schemeClr val="bg1"/>
                </a:solidFill>
              </a:rPr>
              <a:t> </a:t>
            </a:r>
            <a:r>
              <a:rPr lang="da-DK" sz="5100" dirty="0">
                <a:solidFill>
                  <a:schemeClr val="bg1"/>
                </a:solidFill>
              </a:rPr>
              <a:t>identificer</a:t>
            </a:r>
            <a:r>
              <a:rPr lang="en-DK" sz="5100" dirty="0" err="1">
                <a:solidFill>
                  <a:schemeClr val="bg1"/>
                </a:solidFill>
              </a:rPr>
              <a:t>ing</a:t>
            </a:r>
            <a:r>
              <a:rPr lang="da-DK" sz="5100" dirty="0">
                <a:solidFill>
                  <a:schemeClr val="bg1"/>
                </a:solidFill>
              </a:rPr>
              <a:t> og udnytte</a:t>
            </a:r>
            <a:r>
              <a:rPr lang="en-DK" sz="5100" dirty="0" err="1">
                <a:solidFill>
                  <a:schemeClr val="bg1"/>
                </a:solidFill>
              </a:rPr>
              <a:t>lse</a:t>
            </a:r>
            <a:r>
              <a:rPr lang="en-DK" sz="5100" dirty="0">
                <a:solidFill>
                  <a:schemeClr val="bg1"/>
                </a:solidFill>
              </a:rPr>
              <a:t> </a:t>
            </a:r>
            <a:r>
              <a:rPr lang="en-DK" sz="5100" dirty="0" err="1">
                <a:solidFill>
                  <a:schemeClr val="bg1"/>
                </a:solidFill>
              </a:rPr>
              <a:t>af</a:t>
            </a:r>
            <a:r>
              <a:rPr lang="en-DK" sz="5100" dirty="0">
                <a:solidFill>
                  <a:schemeClr val="bg1"/>
                </a:solidFill>
              </a:rPr>
              <a:t> </a:t>
            </a:r>
            <a:r>
              <a:rPr lang="en-DK" sz="5100" dirty="0" err="1">
                <a:solidFill>
                  <a:schemeClr val="bg1"/>
                </a:solidFill>
              </a:rPr>
              <a:t>sårbarheder</a:t>
            </a:r>
            <a:r>
              <a:rPr lang="en-DK" sz="5100" dirty="0">
                <a:solidFill>
                  <a:schemeClr val="bg1"/>
                </a:solidFill>
              </a:rPr>
              <a:t> </a:t>
            </a:r>
            <a:r>
              <a:rPr lang="da-DK" sz="5100" dirty="0">
                <a:solidFill>
                  <a:schemeClr val="bg1"/>
                </a:solidFill>
              </a:rPr>
              <a:t>i en webapplikation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Hvad er </a:t>
            </a:r>
            <a:r>
              <a:rPr lang="en-DK" sz="2000" noProof="0" dirty="0">
                <a:solidFill>
                  <a:schemeClr val="bg1"/>
                </a:solidFill>
              </a:rPr>
              <a:t>fuzzing</a:t>
            </a:r>
            <a:r>
              <a:rPr lang="da-DK" sz="2000" noProof="0" dirty="0">
                <a:solidFill>
                  <a:schemeClr val="bg1"/>
                </a:solidFill>
              </a:rPr>
              <a:t>?</a:t>
            </a: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Demonstration: Juice shop</a:t>
            </a:r>
          </a:p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Forbedringer</a:t>
            </a: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E8CFA-8A87-7B4E-8BC1-C1F32982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D97-EE74-013B-D96F-547413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Hvad er </a:t>
            </a:r>
            <a:r>
              <a:rPr lang="en-DK" dirty="0">
                <a:solidFill>
                  <a:schemeClr val="bg1"/>
                </a:solidFill>
              </a:rPr>
              <a:t>fuzzing</a:t>
            </a:r>
            <a:r>
              <a:rPr lang="da-DK" noProof="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DD96-E2D6-9771-0577-EDF0948C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Random</a:t>
            </a:r>
            <a:r>
              <a:rPr lang="da-DK" dirty="0">
                <a:solidFill>
                  <a:schemeClr val="bg1"/>
                </a:solidFill>
              </a:rPr>
              <a:t> input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dirty="0">
                <a:solidFill>
                  <a:schemeClr val="bg1"/>
                </a:solidFill>
              </a:rPr>
              <a:t>Fejlmeddelser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Sårbarheder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D</a:t>
            </a:r>
            <a:r>
              <a:rPr lang="en-US" dirty="0" err="1">
                <a:solidFill>
                  <a:schemeClr val="bg1"/>
                </a:solidFill>
              </a:rPr>
              <a:t>enial</a:t>
            </a:r>
            <a:r>
              <a:rPr lang="en-US" dirty="0">
                <a:solidFill>
                  <a:schemeClr val="bg1"/>
                </a:solidFill>
              </a:rPr>
              <a:t> of service (DoS)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C</a:t>
            </a:r>
            <a:r>
              <a:rPr lang="en-US" dirty="0">
                <a:solidFill>
                  <a:schemeClr val="bg1"/>
                </a:solidFill>
              </a:rPr>
              <a:t>ross-site scripting</a:t>
            </a:r>
            <a:r>
              <a:rPr lang="en-DK" dirty="0">
                <a:solidFill>
                  <a:schemeClr val="bg1"/>
                </a:solidFill>
              </a:rPr>
              <a:t>	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SQL injection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BD8A7-3100-937D-709F-D33EDBB17CF8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5017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omputer screen with icons and symbols&#10;&#10;AI-generated content may be incorrect.">
            <a:extLst>
              <a:ext uri="{FF2B5EF4-FFF2-40B4-BE49-F238E27FC236}">
                <a16:creationId xmlns:a16="http://schemas.microsoft.com/office/drawing/2014/main" id="{CB40B0BF-6BB1-8D0B-B717-8727F7A90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381" y="2277686"/>
            <a:ext cx="3665913" cy="36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DAA4D-33F3-F29F-D815-B91A4CE8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B15B-9A49-296A-C7EA-D9A660AA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Demonstration med Juice 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834E0-5439-87D4-62E1-C5D5D0299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Fuzzing → SQL injection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Precondition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Steps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Forventet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resultat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Egenligt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resultat</a:t>
            </a:r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3521BF-819F-6EC3-8F71-B6E249086576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71503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26FC6-A201-1C2D-E02B-B34B02F7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0C45-F3A5-64FB-440E-04310D1F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>
                <a:solidFill>
                  <a:schemeClr val="bg1"/>
                </a:solidFill>
              </a:rPr>
              <a:t>Forbyggelse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2005-A602-722D-3444-89283B64D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Input </a:t>
            </a:r>
            <a:r>
              <a:rPr lang="en-DK" noProof="0" dirty="0" err="1">
                <a:solidFill>
                  <a:schemeClr val="bg1"/>
                </a:solidFill>
              </a:rPr>
              <a:t>validering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P</a:t>
            </a:r>
            <a:r>
              <a:rPr lang="da-DK" dirty="0">
                <a:solidFill>
                  <a:schemeClr val="bg1"/>
                </a:solidFill>
              </a:rPr>
              <a:t>arametrisering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Minimering af informationslækage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86E010-83D9-2B27-494E-53E48ACD5DA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0355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shield with a lock&#10;&#10;AI-generated content may be incorrect.">
            <a:extLst>
              <a:ext uri="{FF2B5EF4-FFF2-40B4-BE49-F238E27FC236}">
                <a16:creationId xmlns:a16="http://schemas.microsoft.com/office/drawing/2014/main" id="{735DE260-74E0-D0A4-DCE5-2942FAB40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388" y="1825625"/>
            <a:ext cx="3780905" cy="37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8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</TotalTime>
  <Words>312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Demonstrer brugen af fuzzing til identificering og udnyttelse af sårbarheder i en webapplikation</vt:lpstr>
      <vt:lpstr>Agenda</vt:lpstr>
      <vt:lpstr>Hvad er fuzzing?</vt:lpstr>
      <vt:lpstr>Demonstration med Juice shop</vt:lpstr>
      <vt:lpstr>Forbyggelse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262</cp:revision>
  <dcterms:created xsi:type="dcterms:W3CDTF">2025-11-06T19:46:54Z</dcterms:created>
  <dcterms:modified xsi:type="dcterms:W3CDTF">2025-12-03T09:02:51Z</dcterms:modified>
</cp:coreProperties>
</file>