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b="1" dirty="0"/>
              <a:t>Nmap (Network Mapper) er et værktøj til at scanne netværk for at: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b="0" dirty="0"/>
              <a:t>Identificere aktive enheder, deres IP-adresser og åbne porte.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b="0" dirty="0"/>
              <a:t>Afsløre hvilke tjenester og versioner, der kører på de åbne porte.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b="0" dirty="0"/>
              <a:t>Opdage potentielle sårbarheder ved at analysere på output.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1721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1" dirty="0"/>
              <a:t>Wireshark bruges til: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Netværksanalyse.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Opfange netværkstrafik med henblik på at analysere og fejlfinde.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Spore mistænkelig trafik.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sz="1200" b="0" dirty="0"/>
              <a:t>Dokumentere netværkstrafik.</a:t>
            </a:r>
            <a:endParaRPr lang="da-DK" b="0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8891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b="1" dirty="0"/>
              <a:t>-sV:</a:t>
            </a:r>
            <a:endParaRPr lang="en-DK" sz="1200" b="1" dirty="0"/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/>
              <a:t>Service version detection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/>
              <a:t>Scanner åbne porte og forsøger at identificere hvilke services der kører på dem, inkl. versionsnumre.</a:t>
            </a:r>
          </a:p>
          <a:p>
            <a:endParaRPr lang="en-DK" dirty="0"/>
          </a:p>
          <a:p>
            <a:r>
              <a:rPr lang="en-DK" dirty="0"/>
              <a:t>Nmap </a:t>
            </a:r>
            <a:r>
              <a:rPr lang="en-DK" dirty="0" err="1"/>
              <a:t>har</a:t>
            </a:r>
            <a:r>
              <a:rPr lang="en-DK" dirty="0"/>
              <a:t> </a:t>
            </a:r>
            <a:r>
              <a:rPr lang="en-DK" dirty="0" err="1"/>
              <a:t>scannet</a:t>
            </a:r>
            <a:r>
              <a:rPr lang="en-DK" dirty="0"/>
              <a:t> de top 1000 </a:t>
            </a:r>
            <a:r>
              <a:rPr lang="en-DK" dirty="0" err="1"/>
              <a:t>mest</a:t>
            </a:r>
            <a:r>
              <a:rPr lang="en-DK" dirty="0"/>
              <a:t> </a:t>
            </a:r>
            <a:r>
              <a:rPr lang="en-DK" dirty="0" err="1"/>
              <a:t>brugte</a:t>
            </a:r>
            <a:r>
              <a:rPr lang="en-DK" dirty="0"/>
              <a:t> </a:t>
            </a:r>
            <a:r>
              <a:rPr lang="en-DK" dirty="0" err="1"/>
              <a:t>porte</a:t>
            </a:r>
            <a:r>
              <a:rPr lang="en-DK" dirty="0"/>
              <a:t>,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fandt</a:t>
            </a:r>
            <a:r>
              <a:rPr lang="en-DK" dirty="0"/>
              <a:t> 2 </a:t>
            </a:r>
            <a:r>
              <a:rPr lang="en-DK" dirty="0" err="1"/>
              <a:t>åbne</a:t>
            </a:r>
            <a:r>
              <a:rPr lang="en-DK" dirty="0"/>
              <a:t>, med service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versioner</a:t>
            </a:r>
            <a:r>
              <a:rPr lang="en-DK" dirty="0"/>
              <a:t>.</a:t>
            </a:r>
          </a:p>
          <a:p>
            <a:r>
              <a:rPr lang="en-US" dirty="0"/>
              <a:t>H</a:t>
            </a:r>
            <a:r>
              <a:rPr lang="en-DK" dirty="0"/>
              <a:t>vis </a:t>
            </a:r>
            <a:r>
              <a:rPr lang="en-DK" dirty="0" err="1"/>
              <a:t>nmap</a:t>
            </a:r>
            <a:r>
              <a:rPr lang="en-DK" dirty="0"/>
              <a:t> </a:t>
            </a:r>
            <a:r>
              <a:rPr lang="en-DK" dirty="0" err="1"/>
              <a:t>ikke</a:t>
            </a:r>
            <a:r>
              <a:rPr lang="en-DK" dirty="0"/>
              <a:t> er </a:t>
            </a:r>
            <a:r>
              <a:rPr lang="en-DK" dirty="0" err="1"/>
              <a:t>sikker</a:t>
            </a:r>
            <a:r>
              <a:rPr lang="en-DK" dirty="0"/>
              <a:t> </a:t>
            </a:r>
            <a:r>
              <a:rPr lang="en-DK" dirty="0" err="1"/>
              <a:t>på</a:t>
            </a:r>
            <a:r>
              <a:rPr lang="en-DK" dirty="0"/>
              <a:t> om den er </a:t>
            </a:r>
            <a:r>
              <a:rPr lang="en-DK" dirty="0" err="1"/>
              <a:t>åben</a:t>
            </a:r>
            <a:r>
              <a:rPr lang="en-DK" dirty="0"/>
              <a:t> </a:t>
            </a:r>
            <a:r>
              <a:rPr lang="en-DK" dirty="0" err="1"/>
              <a:t>eller</a:t>
            </a:r>
            <a:r>
              <a:rPr lang="en-DK" dirty="0"/>
              <a:t> </a:t>
            </a:r>
            <a:r>
              <a:rPr lang="en-DK" dirty="0" err="1"/>
              <a:t>lukket</a:t>
            </a:r>
            <a:r>
              <a:rPr lang="en-DK" dirty="0"/>
              <a:t>, men den </a:t>
            </a:r>
            <a:r>
              <a:rPr lang="en-DK" dirty="0" err="1"/>
              <a:t>ved</a:t>
            </a:r>
            <a:r>
              <a:rPr lang="en-DK" dirty="0"/>
              <a:t> den er der.</a:t>
            </a:r>
          </a:p>
          <a:p>
            <a:endParaRPr lang="en-DK" dirty="0"/>
          </a:p>
          <a:p>
            <a:endParaRPr lang="en-DK" dirty="0"/>
          </a:p>
          <a:p>
            <a:r>
              <a:rPr lang="en-DK" dirty="0"/>
              <a:t>Nmap b</a:t>
            </a:r>
            <a:r>
              <a:rPr lang="en-GB" dirty="0" err="1"/>
              <a:t>ur</a:t>
            </a:r>
            <a:r>
              <a:rPr lang="en-DK" dirty="0"/>
              <a:t>ger 3-way handshake SYN requests,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bliver</a:t>
            </a:r>
            <a:r>
              <a:rPr lang="en-DK" dirty="0"/>
              <a:t> </a:t>
            </a:r>
            <a:r>
              <a:rPr lang="en-DK" dirty="0" err="1"/>
              <a:t>sendt</a:t>
            </a:r>
            <a:r>
              <a:rPr lang="en-DK" dirty="0"/>
              <a:t> </a:t>
            </a:r>
            <a:r>
              <a:rPr lang="en-DK" dirty="0" err="1"/>
              <a:t>til</a:t>
            </a:r>
            <a:r>
              <a:rPr lang="en-DK" dirty="0"/>
              <a:t> alle </a:t>
            </a:r>
            <a:r>
              <a:rPr lang="en-DK" dirty="0" err="1"/>
              <a:t>valgte</a:t>
            </a:r>
            <a:r>
              <a:rPr lang="en-DK" dirty="0"/>
              <a:t> </a:t>
            </a:r>
            <a:r>
              <a:rPr lang="en-DK" dirty="0" err="1"/>
              <a:t>porte</a:t>
            </a:r>
            <a:r>
              <a:rPr lang="en-DK" dirty="0"/>
              <a:t> (Default 1000).</a:t>
            </a:r>
          </a:p>
          <a:p>
            <a:r>
              <a:rPr lang="en-DK" dirty="0" err="1"/>
              <a:t>Hvis</a:t>
            </a:r>
            <a:r>
              <a:rPr lang="en-DK" dirty="0"/>
              <a:t> den </a:t>
            </a:r>
            <a:r>
              <a:rPr lang="en-DK" dirty="0" err="1"/>
              <a:t>modtager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SYN/ACK </a:t>
            </a:r>
            <a:r>
              <a:rPr lang="en-DK" dirty="0" err="1"/>
              <a:t>så</a:t>
            </a:r>
            <a:r>
              <a:rPr lang="en-DK" dirty="0"/>
              <a:t> er </a:t>
            </a:r>
            <a:r>
              <a:rPr lang="en-DK" dirty="0" err="1"/>
              <a:t>porten</a:t>
            </a:r>
            <a:r>
              <a:rPr lang="en-DK" dirty="0"/>
              <a:t> </a:t>
            </a:r>
            <a:r>
              <a:rPr lang="en-DK" dirty="0" err="1"/>
              <a:t>åben</a:t>
            </a:r>
            <a:r>
              <a:rPr lang="en-DK" dirty="0"/>
              <a:t>, </a:t>
            </a:r>
            <a:r>
              <a:rPr lang="en-DK" dirty="0" err="1"/>
              <a:t>hvis</a:t>
            </a:r>
            <a:r>
              <a:rPr lang="en-DK" dirty="0"/>
              <a:t> </a:t>
            </a:r>
            <a:r>
              <a:rPr lang="en-DK" dirty="0" err="1"/>
              <a:t>ikke</a:t>
            </a:r>
            <a:r>
              <a:rPr lang="en-DK" dirty="0"/>
              <a:t> </a:t>
            </a:r>
            <a:r>
              <a:rPr lang="en-DK" dirty="0" err="1"/>
              <a:t>så</a:t>
            </a:r>
            <a:r>
              <a:rPr lang="en-DK" dirty="0"/>
              <a:t> er </a:t>
            </a:r>
            <a:r>
              <a:rPr lang="en-DK" dirty="0" err="1"/>
              <a:t>porten</a:t>
            </a:r>
            <a:r>
              <a:rPr lang="en-DK" dirty="0"/>
              <a:t> </a:t>
            </a:r>
            <a:r>
              <a:rPr lang="en-DK" dirty="0" err="1"/>
              <a:t>lukket</a:t>
            </a:r>
            <a:r>
              <a:rPr lang="en-DK" dirty="0"/>
              <a:t>.</a:t>
            </a:r>
          </a:p>
          <a:p>
            <a:endParaRPr lang="en-DK" dirty="0"/>
          </a:p>
          <a:p>
            <a:r>
              <a:rPr lang="en-DK" dirty="0"/>
              <a:t>3-way handshake:</a:t>
            </a:r>
            <a:br>
              <a:rPr lang="en-DK" dirty="0"/>
            </a:br>
            <a:r>
              <a:rPr lang="en-US" b="1" dirty="0"/>
              <a:t>Client → Server:</a:t>
            </a:r>
            <a:r>
              <a:rPr lang="en-US" dirty="0"/>
              <a:t> sends a </a:t>
            </a:r>
            <a:r>
              <a:rPr lang="en-US" b="1" dirty="0"/>
              <a:t>SYN</a:t>
            </a:r>
            <a:r>
              <a:rPr lang="en-US" dirty="0"/>
              <a:t> packet to request a connection.</a:t>
            </a:r>
          </a:p>
          <a:p>
            <a:r>
              <a:rPr lang="en-US" b="1" dirty="0"/>
              <a:t>Server → Client:</a:t>
            </a:r>
            <a:r>
              <a:rPr lang="en-US" dirty="0"/>
              <a:t> replies with </a:t>
            </a:r>
            <a:r>
              <a:rPr lang="en-US" b="1" dirty="0"/>
              <a:t>SYN-ACK</a:t>
            </a:r>
            <a:r>
              <a:rPr lang="en-US" dirty="0"/>
              <a:t> if it’s listening on that port.</a:t>
            </a:r>
          </a:p>
          <a:p>
            <a:r>
              <a:rPr lang="en-US" b="1" dirty="0"/>
              <a:t>Client → Server:</a:t>
            </a:r>
            <a:r>
              <a:rPr lang="en-US" dirty="0"/>
              <a:t> responds with </a:t>
            </a:r>
            <a:r>
              <a:rPr lang="en-US" b="1" dirty="0"/>
              <a:t>ACK</a:t>
            </a:r>
            <a:r>
              <a:rPr lang="en-US" dirty="0"/>
              <a:t> to complete the handshake.</a:t>
            </a:r>
          </a:p>
          <a:p>
            <a:endParaRPr lang="en-DK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70049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Her </a:t>
            </a:r>
            <a:r>
              <a:rPr lang="en-DK" dirty="0" err="1"/>
              <a:t>ses</a:t>
            </a:r>
            <a:r>
              <a:rPr lang="en-DK" dirty="0"/>
              <a:t> </a:t>
            </a:r>
            <a:r>
              <a:rPr lang="en-DK" dirty="0" err="1"/>
              <a:t>resultatet</a:t>
            </a:r>
            <a:r>
              <a:rPr lang="en-DK" dirty="0"/>
              <a:t> </a:t>
            </a:r>
            <a:r>
              <a:rPr lang="en-DK" dirty="0" err="1"/>
              <a:t>af</a:t>
            </a:r>
            <a:r>
              <a:rPr lang="en-DK" dirty="0"/>
              <a:t> den Nmap scanning.</a:t>
            </a:r>
          </a:p>
          <a:p>
            <a:endParaRPr lang="en-DK" dirty="0"/>
          </a:p>
          <a:p>
            <a:r>
              <a:rPr lang="en-DK" dirty="0"/>
              <a:t>Ved at </a:t>
            </a:r>
            <a:r>
              <a:rPr lang="en-DK" dirty="0" err="1"/>
              <a:t>monitorere</a:t>
            </a:r>
            <a:r>
              <a:rPr lang="en-DK" dirty="0"/>
              <a:t> med </a:t>
            </a:r>
            <a:r>
              <a:rPr lang="en-DK" dirty="0" err="1"/>
              <a:t>wireshark</a:t>
            </a:r>
            <a:r>
              <a:rPr lang="en-DK" dirty="0"/>
              <a:t> </a:t>
            </a:r>
            <a:r>
              <a:rPr lang="en-DK" dirty="0" err="1"/>
              <a:t>kan</a:t>
            </a:r>
            <a:r>
              <a:rPr lang="en-DK" dirty="0"/>
              <a:t> man se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analyserealt</a:t>
            </a:r>
            <a:r>
              <a:rPr lang="en-DK" dirty="0"/>
              <a:t> </a:t>
            </a:r>
            <a:r>
              <a:rPr lang="en-DK" dirty="0" err="1"/>
              <a:t>hvad</a:t>
            </a:r>
            <a:r>
              <a:rPr lang="en-DK" dirty="0"/>
              <a:t> Nmap </a:t>
            </a:r>
            <a:r>
              <a:rPr lang="en-DK" dirty="0" err="1"/>
              <a:t>gør</a:t>
            </a:r>
            <a:r>
              <a:rPr lang="en-DK" dirty="0"/>
              <a:t> </a:t>
            </a:r>
            <a:r>
              <a:rPr lang="en-DK" dirty="0" err="1"/>
              <a:t>når</a:t>
            </a:r>
            <a:r>
              <a:rPr lang="en-DK" dirty="0"/>
              <a:t> den scanner</a:t>
            </a:r>
          </a:p>
          <a:p>
            <a:r>
              <a:rPr lang="en-DK" dirty="0"/>
              <a:t>Først b</a:t>
            </a:r>
            <a:r>
              <a:rPr lang="en-GB" dirty="0" err="1"/>
              <a:t>ur</a:t>
            </a:r>
            <a:r>
              <a:rPr lang="en-DK" dirty="0"/>
              <a:t>ger </a:t>
            </a:r>
            <a:r>
              <a:rPr lang="en-DK" dirty="0" err="1"/>
              <a:t>nmap</a:t>
            </a:r>
            <a:r>
              <a:rPr lang="en-DK" dirty="0"/>
              <a:t> ping (ICMP) </a:t>
            </a:r>
            <a:r>
              <a:rPr lang="en-DK" dirty="0" err="1"/>
              <a:t>til</a:t>
            </a:r>
            <a:r>
              <a:rPr lang="en-DK" dirty="0"/>
              <a:t> at </a:t>
            </a:r>
            <a:r>
              <a:rPr lang="en-DK" dirty="0" err="1"/>
              <a:t>tjekke</a:t>
            </a:r>
            <a:r>
              <a:rPr lang="en-DK" dirty="0"/>
              <a:t> om </a:t>
            </a:r>
            <a:r>
              <a:rPr lang="en-DK" dirty="0" err="1"/>
              <a:t>målet</a:t>
            </a:r>
            <a:r>
              <a:rPr lang="en-DK" dirty="0"/>
              <a:t> er </a:t>
            </a:r>
            <a:r>
              <a:rPr lang="en-DK" dirty="0" err="1"/>
              <a:t>oppe</a:t>
            </a:r>
            <a:r>
              <a:rPr lang="en-DK" dirty="0"/>
              <a:t>. </a:t>
            </a:r>
            <a:r>
              <a:rPr lang="en-GB" dirty="0"/>
              <a:t>H</a:t>
            </a:r>
            <a:r>
              <a:rPr lang="en-DK" dirty="0"/>
              <a:t>vis </a:t>
            </a:r>
            <a:r>
              <a:rPr lang="en-DK" dirty="0" err="1"/>
              <a:t>ikke</a:t>
            </a:r>
            <a:r>
              <a:rPr lang="en-DK" dirty="0"/>
              <a:t> den </a:t>
            </a:r>
            <a:r>
              <a:rPr lang="en-DK" dirty="0" err="1"/>
              <a:t>modtager</a:t>
            </a:r>
            <a:r>
              <a:rPr lang="en-DK" dirty="0"/>
              <a:t> et reply stopper den.</a:t>
            </a:r>
          </a:p>
          <a:p>
            <a:endParaRPr lang="en-DK" dirty="0"/>
          </a:p>
          <a:p>
            <a:r>
              <a:rPr lang="en-DK" dirty="0"/>
              <a:t>Her </a:t>
            </a:r>
            <a:r>
              <a:rPr lang="en-DK" dirty="0" err="1"/>
              <a:t>kan</a:t>
            </a:r>
            <a:r>
              <a:rPr lang="en-DK" dirty="0"/>
              <a:t> man se at Nmap b</a:t>
            </a:r>
            <a:r>
              <a:rPr lang="en-GB" dirty="0" err="1"/>
              <a:t>ur</a:t>
            </a:r>
            <a:r>
              <a:rPr lang="en-DK" dirty="0"/>
              <a:t>ger 3-way handshake SYN </a:t>
            </a:r>
            <a:r>
              <a:rPr lang="en-DK" dirty="0" err="1"/>
              <a:t>til</a:t>
            </a:r>
            <a:r>
              <a:rPr lang="en-DK" dirty="0"/>
              <a:t> at </a:t>
            </a:r>
            <a:r>
              <a:rPr lang="en-DK" dirty="0" err="1"/>
              <a:t>tjekke</a:t>
            </a:r>
            <a:r>
              <a:rPr lang="en-DK" dirty="0"/>
              <a:t> om </a:t>
            </a:r>
            <a:r>
              <a:rPr lang="en-DK" dirty="0" err="1"/>
              <a:t>en</a:t>
            </a:r>
            <a:r>
              <a:rPr lang="en-DK" dirty="0"/>
              <a:t> port er </a:t>
            </a:r>
            <a:r>
              <a:rPr lang="en-DK" dirty="0" err="1"/>
              <a:t>åben</a:t>
            </a:r>
            <a:r>
              <a:rPr lang="en-DK" dirty="0"/>
              <a:t>, </a:t>
            </a:r>
            <a:r>
              <a:rPr lang="en-DK" dirty="0" err="1"/>
              <a:t>hvis</a:t>
            </a:r>
            <a:r>
              <a:rPr lang="en-DK" dirty="0"/>
              <a:t> den </a:t>
            </a:r>
            <a:r>
              <a:rPr lang="en-DK" dirty="0" err="1"/>
              <a:t>modtager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SYN/ACK </a:t>
            </a:r>
            <a:r>
              <a:rPr lang="en-DK" dirty="0" err="1"/>
              <a:t>tilbage</a:t>
            </a:r>
            <a:r>
              <a:rPr lang="en-DK" dirty="0"/>
              <a:t> er den </a:t>
            </a:r>
            <a:r>
              <a:rPr lang="en-DK" dirty="0" err="1"/>
              <a:t>åben</a:t>
            </a:r>
            <a:r>
              <a:rPr lang="en-DK" dirty="0"/>
              <a:t>, </a:t>
            </a:r>
            <a:r>
              <a:rPr lang="en-DK" dirty="0" err="1"/>
              <a:t>hvis</a:t>
            </a:r>
            <a:r>
              <a:rPr lang="en-DK" dirty="0"/>
              <a:t> den </a:t>
            </a:r>
            <a:r>
              <a:rPr lang="en-DK" dirty="0" err="1"/>
              <a:t>modtager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RST/ACK er </a:t>
            </a:r>
            <a:r>
              <a:rPr lang="en-DK" dirty="0" err="1"/>
              <a:t>porten</a:t>
            </a:r>
            <a:r>
              <a:rPr lang="en-DK" dirty="0"/>
              <a:t> </a:t>
            </a:r>
            <a:r>
              <a:rPr lang="en-DK" dirty="0" err="1"/>
              <a:t>lukket</a:t>
            </a:r>
            <a:r>
              <a:rPr lang="en-DK" dirty="0"/>
              <a:t>. Lige </a:t>
            </a:r>
            <a:r>
              <a:rPr lang="en-DK" dirty="0" err="1"/>
              <a:t>meget</a:t>
            </a:r>
            <a:r>
              <a:rPr lang="en-DK" dirty="0"/>
              <a:t> </a:t>
            </a:r>
            <a:r>
              <a:rPr lang="en-DK" dirty="0" err="1"/>
              <a:t>hvad</a:t>
            </a:r>
            <a:r>
              <a:rPr lang="en-DK" dirty="0"/>
              <a:t> </a:t>
            </a:r>
            <a:r>
              <a:rPr lang="en-DK" dirty="0" err="1"/>
              <a:t>så</a:t>
            </a:r>
            <a:r>
              <a:rPr lang="en-DK" dirty="0"/>
              <a:t> </a:t>
            </a:r>
            <a:r>
              <a:rPr lang="en-DK" dirty="0" err="1"/>
              <a:t>færdig</a:t>
            </a:r>
            <a:r>
              <a:rPr lang="en-DK" dirty="0"/>
              <a:t> </a:t>
            </a:r>
            <a:r>
              <a:rPr lang="en-DK" dirty="0" err="1"/>
              <a:t>gøre</a:t>
            </a:r>
            <a:r>
              <a:rPr lang="en-DK" dirty="0"/>
              <a:t> </a:t>
            </a:r>
            <a:r>
              <a:rPr lang="en-DK" dirty="0" err="1"/>
              <a:t>nmap</a:t>
            </a:r>
            <a:r>
              <a:rPr lang="en-DK" dirty="0"/>
              <a:t> </a:t>
            </a:r>
            <a:r>
              <a:rPr lang="en-DK" dirty="0" err="1"/>
              <a:t>ikke</a:t>
            </a:r>
            <a:r>
              <a:rPr lang="en-DK" dirty="0"/>
              <a:t> den 3-way handshake, da den </a:t>
            </a:r>
            <a:r>
              <a:rPr lang="en-DK" dirty="0" err="1"/>
              <a:t>har</a:t>
            </a:r>
            <a:r>
              <a:rPr lang="en-DK" dirty="0"/>
              <a:t> </a:t>
            </a:r>
            <a:r>
              <a:rPr lang="en-DK" dirty="0" err="1"/>
              <a:t>fået</a:t>
            </a:r>
            <a:r>
              <a:rPr lang="en-DK" dirty="0"/>
              <a:t> </a:t>
            </a:r>
            <a:r>
              <a:rPr lang="en-DK" dirty="0" err="1"/>
              <a:t>hvad</a:t>
            </a:r>
            <a:r>
              <a:rPr lang="en-DK" dirty="0"/>
              <a:t> den </a:t>
            </a:r>
            <a:r>
              <a:rPr lang="en-DK" dirty="0" err="1"/>
              <a:t>kom</a:t>
            </a:r>
            <a:r>
              <a:rPr lang="en-DK" dirty="0"/>
              <a:t> </a:t>
            </a:r>
            <a:r>
              <a:rPr lang="en-DK" dirty="0" err="1"/>
              <a:t>efter</a:t>
            </a:r>
            <a:r>
              <a:rPr lang="en-DK" dirty="0"/>
              <a:t>, </a:t>
            </a:r>
            <a:r>
              <a:rPr lang="en-DK" dirty="0" err="1"/>
              <a:t>og</a:t>
            </a:r>
            <a:r>
              <a:rPr lang="en-DK" dirty="0"/>
              <a:t> den </a:t>
            </a:r>
            <a:r>
              <a:rPr lang="en-DK" dirty="0" err="1"/>
              <a:t>ville</a:t>
            </a:r>
            <a:r>
              <a:rPr lang="en-DK" dirty="0"/>
              <a:t> </a:t>
            </a:r>
            <a:r>
              <a:rPr lang="en-DK" dirty="0" err="1"/>
              <a:t>lavemere</a:t>
            </a:r>
            <a:r>
              <a:rPr lang="en-DK" dirty="0"/>
              <a:t> </a:t>
            </a:r>
            <a:r>
              <a:rPr lang="en-DK" dirty="0" err="1"/>
              <a:t>larm</a:t>
            </a:r>
            <a:r>
              <a:rPr lang="en-DK" dirty="0"/>
              <a:t> </a:t>
            </a:r>
            <a:r>
              <a:rPr lang="en-DK" dirty="0" err="1"/>
              <a:t>på</a:t>
            </a:r>
            <a:r>
              <a:rPr lang="en-DK" dirty="0"/>
              <a:t> </a:t>
            </a:r>
            <a:r>
              <a:rPr lang="en-DK" dirty="0" err="1"/>
              <a:t>netværket</a:t>
            </a:r>
            <a:r>
              <a:rPr lang="en-DK" dirty="0"/>
              <a:t> </a:t>
            </a:r>
            <a:r>
              <a:rPr lang="en-DK" dirty="0" err="1"/>
              <a:t>hvis</a:t>
            </a:r>
            <a:r>
              <a:rPr lang="en-DK" dirty="0"/>
              <a:t> den </a:t>
            </a:r>
            <a:r>
              <a:rPr lang="en-DK" dirty="0" err="1"/>
              <a:t>færdig</a:t>
            </a:r>
            <a:r>
              <a:rPr lang="en-DK" dirty="0"/>
              <a:t> </a:t>
            </a:r>
            <a:r>
              <a:rPr lang="en-DK" dirty="0" err="1"/>
              <a:t>gjorde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TCP connection. Det er </a:t>
            </a:r>
            <a:r>
              <a:rPr lang="en-DK" dirty="0" err="1"/>
              <a:t>fordi</a:t>
            </a:r>
            <a:r>
              <a:rPr lang="en-DK" dirty="0"/>
              <a:t> Nmap </a:t>
            </a:r>
            <a:r>
              <a:rPr lang="en-DK" dirty="0" err="1"/>
              <a:t>automatisk</a:t>
            </a:r>
            <a:r>
              <a:rPr lang="en-DK" dirty="0"/>
              <a:t> b</a:t>
            </a:r>
            <a:r>
              <a:rPr lang="en-GB" dirty="0" err="1"/>
              <a:t>ur</a:t>
            </a:r>
            <a:r>
              <a:rPr lang="en-DK" dirty="0"/>
              <a:t>ger –</a:t>
            </a:r>
            <a:r>
              <a:rPr lang="en-DK" dirty="0" err="1"/>
              <a:t>sS.</a:t>
            </a:r>
            <a:br>
              <a:rPr lang="en-DK" dirty="0"/>
            </a:br>
            <a:br>
              <a:rPr lang="en-DK" dirty="0"/>
            </a:br>
            <a:r>
              <a:rPr lang="en-DK" dirty="0"/>
              <a:t>Her </a:t>
            </a:r>
            <a:r>
              <a:rPr lang="en-DK" dirty="0" err="1"/>
              <a:t>kan</a:t>
            </a:r>
            <a:r>
              <a:rPr lang="en-DK" dirty="0"/>
              <a:t> det </a:t>
            </a:r>
            <a:r>
              <a:rPr lang="en-DK" dirty="0" err="1"/>
              <a:t>også</a:t>
            </a:r>
            <a:r>
              <a:rPr lang="en-DK" dirty="0"/>
              <a:t> </a:t>
            </a:r>
            <a:r>
              <a:rPr lang="en-DK" dirty="0" err="1"/>
              <a:t>ses</a:t>
            </a:r>
            <a:r>
              <a:rPr lang="en-DK" dirty="0"/>
              <a:t> at den scanner port 21 </a:t>
            </a:r>
            <a:r>
              <a:rPr lang="en-DK" dirty="0" err="1"/>
              <a:t>og</a:t>
            </a:r>
            <a:r>
              <a:rPr lang="en-DK" dirty="0"/>
              <a:t> 22, </a:t>
            </a:r>
            <a:r>
              <a:rPr lang="en-DK" dirty="0" err="1"/>
              <a:t>som</a:t>
            </a:r>
            <a:r>
              <a:rPr lang="en-DK" dirty="0"/>
              <a:t> den </a:t>
            </a:r>
            <a:r>
              <a:rPr lang="en-DK" dirty="0" err="1"/>
              <a:t>får</a:t>
            </a:r>
            <a:r>
              <a:rPr lang="en-DK" dirty="0"/>
              <a:t> et SYN/ACK </a:t>
            </a:r>
            <a:r>
              <a:rPr lang="en-DK" dirty="0" err="1"/>
              <a:t>tilbage</a:t>
            </a:r>
            <a:r>
              <a:rPr lang="en-DK" dirty="0"/>
              <a:t> </a:t>
            </a:r>
            <a:r>
              <a:rPr lang="en-DK" dirty="0" err="1"/>
              <a:t>ved</a:t>
            </a:r>
            <a:r>
              <a:rPr lang="en-DK" dirty="0"/>
              <a:t>. Dette stemmer </a:t>
            </a:r>
            <a:r>
              <a:rPr lang="en-DK" dirty="0" err="1"/>
              <a:t>også</a:t>
            </a:r>
            <a:r>
              <a:rPr lang="en-DK" dirty="0"/>
              <a:t> over </a:t>
            </a:r>
            <a:r>
              <a:rPr lang="en-DK" dirty="0" err="1"/>
              <a:t>ens</a:t>
            </a:r>
            <a:r>
              <a:rPr lang="en-DK" dirty="0"/>
              <a:t> med de </a:t>
            </a:r>
            <a:r>
              <a:rPr lang="en-DK" dirty="0" err="1"/>
              <a:t>åbne</a:t>
            </a:r>
            <a:r>
              <a:rPr lang="en-DK" dirty="0"/>
              <a:t> </a:t>
            </a:r>
            <a:r>
              <a:rPr lang="en-DK" dirty="0" err="1"/>
              <a:t>porte</a:t>
            </a:r>
            <a:r>
              <a:rPr lang="en-DK" dirty="0"/>
              <a:t> </a:t>
            </a:r>
            <a:r>
              <a:rPr lang="en-DK" dirty="0" err="1"/>
              <a:t>i</a:t>
            </a:r>
            <a:r>
              <a:rPr lang="en-DK" dirty="0"/>
              <a:t> </a:t>
            </a:r>
            <a:r>
              <a:rPr lang="en-DK" dirty="0" err="1"/>
              <a:t>Nmaps</a:t>
            </a:r>
            <a:r>
              <a:rPr lang="en-DK" dirty="0"/>
              <a:t> output.</a:t>
            </a:r>
            <a:br>
              <a:rPr lang="en-DK" dirty="0"/>
            </a:br>
            <a:br>
              <a:rPr lang="en-DK" dirty="0"/>
            </a:br>
            <a:r>
              <a:rPr lang="en-DK" dirty="0"/>
              <a:t>3-way handshake:</a:t>
            </a:r>
            <a:br>
              <a:rPr lang="en-DK" dirty="0"/>
            </a:br>
            <a:r>
              <a:rPr lang="en-US" b="1" dirty="0"/>
              <a:t>Client → Server:</a:t>
            </a:r>
            <a:r>
              <a:rPr lang="en-US" dirty="0"/>
              <a:t> sends a </a:t>
            </a:r>
            <a:r>
              <a:rPr lang="en-US" b="1" dirty="0"/>
              <a:t>SYN</a:t>
            </a:r>
            <a:r>
              <a:rPr lang="en-US" dirty="0"/>
              <a:t> packet to request a connection.</a:t>
            </a:r>
          </a:p>
          <a:p>
            <a:r>
              <a:rPr lang="en-US" b="1" dirty="0"/>
              <a:t>Server → Client:</a:t>
            </a:r>
            <a:r>
              <a:rPr lang="en-US" dirty="0"/>
              <a:t> replies with </a:t>
            </a:r>
            <a:r>
              <a:rPr lang="en-US" b="1" dirty="0"/>
              <a:t>SYN-ACK</a:t>
            </a:r>
            <a:r>
              <a:rPr lang="en-US" dirty="0"/>
              <a:t> if it’s listening on that port.</a:t>
            </a:r>
          </a:p>
          <a:p>
            <a:r>
              <a:rPr lang="en-US" b="1" dirty="0"/>
              <a:t>Client → Server:</a:t>
            </a:r>
            <a:r>
              <a:rPr lang="en-US" dirty="0"/>
              <a:t> responds with </a:t>
            </a:r>
            <a:r>
              <a:rPr lang="en-US" b="1" dirty="0"/>
              <a:t>ACK</a:t>
            </a:r>
            <a:r>
              <a:rPr lang="en-US" dirty="0"/>
              <a:t> to complete the handshake.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29354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9EE56-2722-7119-6002-82C68CF7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F1036-7501-2C26-6F77-8C92960D5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54422-16A4-FA80-2DCA-954BA6002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Her </a:t>
            </a:r>
            <a:r>
              <a:rPr lang="en-DK" dirty="0" err="1"/>
              <a:t>ses</a:t>
            </a:r>
            <a:r>
              <a:rPr lang="en-DK" dirty="0"/>
              <a:t> </a:t>
            </a:r>
            <a:r>
              <a:rPr lang="en-DK" dirty="0" err="1"/>
              <a:t>resultatet</a:t>
            </a:r>
            <a:r>
              <a:rPr lang="en-DK" dirty="0"/>
              <a:t> </a:t>
            </a:r>
            <a:r>
              <a:rPr lang="en-DK" dirty="0" err="1"/>
              <a:t>af</a:t>
            </a:r>
            <a:r>
              <a:rPr lang="en-DK" dirty="0"/>
              <a:t> den Nmap scanning.</a:t>
            </a:r>
          </a:p>
          <a:p>
            <a:endParaRPr lang="en-DK" dirty="0"/>
          </a:p>
          <a:p>
            <a:r>
              <a:rPr lang="en-DK" dirty="0"/>
              <a:t>Da –</a:t>
            </a:r>
            <a:r>
              <a:rPr lang="en-DK" dirty="0" err="1"/>
              <a:t>sV</a:t>
            </a:r>
            <a:r>
              <a:rPr lang="en-DK" dirty="0"/>
              <a:t> </a:t>
            </a:r>
            <a:r>
              <a:rPr lang="en-DK" dirty="0" err="1"/>
              <a:t>blev</a:t>
            </a:r>
            <a:r>
              <a:rPr lang="en-DK" dirty="0"/>
              <a:t> </a:t>
            </a:r>
            <a:r>
              <a:rPr lang="en-DK" dirty="0" err="1"/>
              <a:t>brugt</a:t>
            </a:r>
            <a:r>
              <a:rPr lang="en-DK" dirty="0"/>
              <a:t> </a:t>
            </a:r>
            <a:r>
              <a:rPr lang="en-DK" dirty="0" err="1"/>
              <a:t>skal</a:t>
            </a:r>
            <a:r>
              <a:rPr lang="en-DK" dirty="0"/>
              <a:t> den </a:t>
            </a:r>
            <a:r>
              <a:rPr lang="en-DK" dirty="0" err="1"/>
              <a:t>også</a:t>
            </a:r>
            <a:r>
              <a:rPr lang="en-DK" dirty="0"/>
              <a:t> </a:t>
            </a:r>
            <a:r>
              <a:rPr lang="en-DK" dirty="0" err="1"/>
              <a:t>finde</a:t>
            </a:r>
            <a:r>
              <a:rPr lang="en-DK" dirty="0"/>
              <a:t> </a:t>
            </a:r>
            <a:r>
              <a:rPr lang="en-DK" dirty="0" err="1"/>
              <a:t>ud</a:t>
            </a:r>
            <a:r>
              <a:rPr lang="en-DK" dirty="0"/>
              <a:t> </a:t>
            </a:r>
            <a:r>
              <a:rPr lang="en-DK" dirty="0" err="1"/>
              <a:t>af</a:t>
            </a:r>
            <a:r>
              <a:rPr lang="en-DK" dirty="0"/>
              <a:t> </a:t>
            </a:r>
            <a:r>
              <a:rPr lang="en-DK" dirty="0" err="1"/>
              <a:t>hvilken</a:t>
            </a:r>
            <a:r>
              <a:rPr lang="en-DK" dirty="0"/>
              <a:t> service version </a:t>
            </a:r>
            <a:r>
              <a:rPr lang="en-DK" dirty="0" err="1"/>
              <a:t>portene</a:t>
            </a:r>
            <a:r>
              <a:rPr lang="en-DK" dirty="0"/>
              <a:t> </a:t>
            </a:r>
            <a:r>
              <a:rPr lang="en-DK" dirty="0" err="1"/>
              <a:t>køre</a:t>
            </a:r>
            <a:r>
              <a:rPr lang="en-DK" dirty="0"/>
              <a:t>.</a:t>
            </a:r>
          </a:p>
          <a:p>
            <a:endParaRPr lang="en-DK" dirty="0"/>
          </a:p>
          <a:p>
            <a:r>
              <a:rPr lang="en-DK" dirty="0"/>
              <a:t>Det </a:t>
            </a:r>
            <a:r>
              <a:rPr lang="en-DK" dirty="0" err="1"/>
              <a:t>gør</a:t>
            </a:r>
            <a:r>
              <a:rPr lang="en-DK" dirty="0"/>
              <a:t> den </a:t>
            </a:r>
            <a:r>
              <a:rPr lang="en-DK" dirty="0" err="1"/>
              <a:t>ved</a:t>
            </a:r>
            <a:r>
              <a:rPr lang="en-DK" dirty="0"/>
              <a:t> at </a:t>
            </a:r>
            <a:r>
              <a:rPr lang="en-DK" dirty="0" err="1"/>
              <a:t>fuldføre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</a:t>
            </a:r>
            <a:r>
              <a:rPr lang="en-DK" dirty="0" err="1"/>
              <a:t>hel</a:t>
            </a:r>
            <a:r>
              <a:rPr lang="en-DK" dirty="0"/>
              <a:t> 3-way handshake, der for sender b</a:t>
            </a:r>
            <a:r>
              <a:rPr lang="en-GB" dirty="0"/>
              <a:t>a</a:t>
            </a:r>
            <a:r>
              <a:rPr lang="en-DK" dirty="0"/>
              <a:t>de SSH </a:t>
            </a:r>
            <a:r>
              <a:rPr lang="en-DK" dirty="0" err="1"/>
              <a:t>og</a:t>
            </a:r>
            <a:r>
              <a:rPr lang="en-DK" dirty="0"/>
              <a:t> FTP et INIT banner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inkludere</a:t>
            </a:r>
            <a:r>
              <a:rPr lang="en-DK" dirty="0"/>
              <a:t> </a:t>
            </a:r>
            <a:r>
              <a:rPr lang="en-DK" dirty="0" err="1"/>
              <a:t>deres</a:t>
            </a:r>
            <a:r>
              <a:rPr lang="en-DK" dirty="0"/>
              <a:t> </a:t>
            </a:r>
            <a:r>
              <a:rPr lang="en-DK" dirty="0" err="1"/>
              <a:t>versioner</a:t>
            </a:r>
            <a:r>
              <a:rPr lang="en-DK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5776-6216-B7CF-C14E-838C569AC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17060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da-DK" sz="5400" noProof="0" dirty="0">
                <a:solidFill>
                  <a:srgbClr val="FFFFFF"/>
                </a:solidFill>
              </a:rPr>
              <a:t>Netværk, scanning og trafikmonitorering</a:t>
            </a:r>
            <a:endParaRPr lang="da-DK" sz="5100" noProof="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n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Hvad er Scanning?</a:t>
            </a:r>
          </a:p>
          <a:p>
            <a:r>
              <a:rPr lang="en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Hvad er </a:t>
            </a:r>
            <a:r>
              <a:rPr lang="da-DK" sz="2000" noProof="0" dirty="0">
                <a:solidFill>
                  <a:srgbClr val="FFFFFF"/>
                </a:solidFill>
              </a:rPr>
              <a:t>monitorering?</a:t>
            </a:r>
            <a:endParaRPr lang="da-DK" sz="2000" noProof="0" dirty="0">
              <a:solidFill>
                <a:schemeClr val="bg1"/>
              </a:solidFill>
            </a:endParaRPr>
          </a:p>
          <a:p>
            <a:r>
              <a:rPr lang="en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Netværks diagram</a:t>
            </a:r>
          </a:p>
          <a:p>
            <a:r>
              <a:rPr lang="en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Scanning med Nmap</a:t>
            </a:r>
          </a:p>
          <a:p>
            <a:r>
              <a:rPr lang="en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rgbClr val="FFFFFF"/>
                </a:solidFill>
              </a:rPr>
              <a:t>Monitorering med wireshark</a:t>
            </a:r>
            <a:endParaRPr lang="da-DK" sz="20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6146-FD87-1036-EA2E-FC5ACF69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 err="1">
                <a:solidFill>
                  <a:schemeClr val="bg1"/>
                </a:solidFill>
              </a:rPr>
              <a:t>Hvad</a:t>
            </a:r>
            <a:r>
              <a:rPr lang="en-DK" dirty="0">
                <a:solidFill>
                  <a:schemeClr val="bg1"/>
                </a:solidFill>
              </a:rPr>
              <a:t> er scanning?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AB3A4-B20B-2F15-9E19-BE5CACBC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Hvad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kan</a:t>
            </a:r>
            <a:r>
              <a:rPr lang="en-DK" dirty="0">
                <a:solidFill>
                  <a:schemeClr val="bg1"/>
                </a:solidFill>
              </a:rPr>
              <a:t> det </a:t>
            </a:r>
            <a:r>
              <a:rPr lang="en-DK" dirty="0" err="1">
                <a:solidFill>
                  <a:schemeClr val="bg1"/>
                </a:solidFill>
              </a:rPr>
              <a:t>bruges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til</a:t>
            </a:r>
            <a:r>
              <a:rPr lang="en-DK" dirty="0">
                <a:solidFill>
                  <a:schemeClr val="bg1"/>
                </a:solidFill>
              </a:rPr>
              <a:t>?</a:t>
            </a:r>
          </a:p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Nmap</a:t>
            </a:r>
            <a:endParaRPr lang="da-DK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968558-6DFF-3A7A-158F-07D679A1413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425491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eye with a black center and green text&#10;&#10;AI-generated content may be incorrect.">
            <a:extLst>
              <a:ext uri="{FF2B5EF4-FFF2-40B4-BE49-F238E27FC236}">
                <a16:creationId xmlns:a16="http://schemas.microsoft.com/office/drawing/2014/main" id="{C84A4753-F6EE-1FCD-4593-40E001DC0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414" y="2560237"/>
            <a:ext cx="7015716" cy="393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3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7E99A-3AE6-E8E7-B7D8-1422BDE5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D5C6-DABA-0B9F-AC2E-5FB34475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Hvad er </a:t>
            </a:r>
            <a:r>
              <a:rPr lang="da-DK" dirty="0">
                <a:solidFill>
                  <a:srgbClr val="FFFFFF"/>
                </a:solidFill>
              </a:rPr>
              <a:t>monitorering?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AD350-2D3C-CCDD-650C-0F4399814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Hvad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kan</a:t>
            </a:r>
            <a:r>
              <a:rPr lang="en-DK" dirty="0">
                <a:solidFill>
                  <a:schemeClr val="bg1"/>
                </a:solidFill>
              </a:rPr>
              <a:t> det </a:t>
            </a:r>
            <a:r>
              <a:rPr lang="en-DK" dirty="0" err="1">
                <a:solidFill>
                  <a:schemeClr val="bg1"/>
                </a:solidFill>
              </a:rPr>
              <a:t>bruges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til</a:t>
            </a:r>
            <a:r>
              <a:rPr lang="en-DK" dirty="0">
                <a:solidFill>
                  <a:schemeClr val="bg1"/>
                </a:solidFill>
              </a:rPr>
              <a:t>?</a:t>
            </a:r>
          </a:p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Wireshark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BADACF-C772-EF22-1CC8-EE0570AD435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05223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4A583EC-5703-C146-67AC-F5CA4A0B0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744" y="2931040"/>
            <a:ext cx="6804837" cy="382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94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43E26-EBC2-0C09-12FF-2DB0CF15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220A-454F-A9CF-A2BD-C3E3D035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4" y="3081759"/>
            <a:ext cx="10515600" cy="995915"/>
          </a:xfrm>
        </p:spPr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Netværks diagram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0457A8-5BBF-5CC9-34BE-5DA59221AB07}"/>
              </a:ext>
            </a:extLst>
          </p:cNvPr>
          <p:cNvCxnSpPr>
            <a:cxnSpLocks/>
          </p:cNvCxnSpPr>
          <p:nvPr/>
        </p:nvCxnSpPr>
        <p:spPr>
          <a:xfrm>
            <a:off x="604284" y="3893406"/>
            <a:ext cx="4293093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A diagram of a router&#10;&#10;AI-generated content may be incorrect.">
            <a:extLst>
              <a:ext uri="{FF2B5EF4-FFF2-40B4-BE49-F238E27FC236}">
                <a16:creationId xmlns:a16="http://schemas.microsoft.com/office/drawing/2014/main" id="{B9084156-9782-799F-EB48-B0189503A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46990"/>
            <a:ext cx="5330456" cy="5216349"/>
          </a:xfrm>
        </p:spPr>
      </p:pic>
    </p:spTree>
    <p:extLst>
      <p:ext uri="{BB962C8B-B14F-4D97-AF65-F5344CB8AC3E}">
        <p14:creationId xmlns:p14="http://schemas.microsoft.com/office/powerpoint/2010/main" val="6814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0740C-4857-961B-AF74-67514F91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9038-FC2A-1780-4EA2-283F13BB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solidFill>
                  <a:schemeClr val="bg1"/>
                </a:solidFill>
              </a:rPr>
              <a:t>Scanning med Nmap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C7B3-6098-BD2D-6F6A-359A7A43E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K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4DAE1D-8B4A-73F3-BFAD-9CAB234F8C8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05223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A6F0086-3659-671E-701C-2F8E12E7B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895475"/>
            <a:ext cx="108394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51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2B747-CA25-4217-8766-58FAF4F2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3471-CBF0-B71F-3CAC-7D7A03F3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solidFill>
                  <a:srgbClr val="FFFFFF"/>
                </a:solidFill>
              </a:rPr>
              <a:t>M</a:t>
            </a:r>
            <a:r>
              <a:rPr lang="da-DK" dirty="0">
                <a:solidFill>
                  <a:srgbClr val="FFFFFF"/>
                </a:solidFill>
              </a:rPr>
              <a:t>onitorering</a:t>
            </a:r>
            <a:r>
              <a:rPr lang="en-DK" dirty="0">
                <a:solidFill>
                  <a:schemeClr val="bg1"/>
                </a:solidFill>
              </a:rPr>
              <a:t> med Wireshark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AED7-89AE-7144-E98B-6A818C205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K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0947FC-7618-B3BA-7003-09306C220587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64770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DE17C73-72CC-E29E-F603-15831ECF3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67" y="1498663"/>
            <a:ext cx="10758833" cy="525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4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773F8-FD18-4F9F-DA78-13D02DEC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D855-2F28-1102-DA7A-44AAA794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solidFill>
                  <a:srgbClr val="FFFFFF"/>
                </a:solidFill>
              </a:rPr>
              <a:t>M</a:t>
            </a:r>
            <a:r>
              <a:rPr lang="da-DK" dirty="0">
                <a:solidFill>
                  <a:srgbClr val="FFFFFF"/>
                </a:solidFill>
              </a:rPr>
              <a:t>onitorering</a:t>
            </a:r>
            <a:r>
              <a:rPr lang="en-DK" dirty="0">
                <a:solidFill>
                  <a:schemeClr val="bg1"/>
                </a:solidFill>
              </a:rPr>
              <a:t> med Wireshark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F445D-BBEA-C1DB-53DC-5D16B1B40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K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AD0609-CB4B-F777-A819-D01384B5B470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64770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CC59773-002F-337C-1BDD-6D66B1607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335054"/>
            <a:ext cx="120396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01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2474</TotalTime>
  <Words>575</Words>
  <Application>Microsoft Office PowerPoint</Application>
  <PresentationFormat>Widescreen</PresentationFormat>
  <Paragraphs>62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Netværk, scanning og trafikmonitorering</vt:lpstr>
      <vt:lpstr>Agenda</vt:lpstr>
      <vt:lpstr>Hvad er scanning?</vt:lpstr>
      <vt:lpstr>Hvad er monitorering?</vt:lpstr>
      <vt:lpstr>Netværks diagram</vt:lpstr>
      <vt:lpstr>Scanning med Nmap</vt:lpstr>
      <vt:lpstr>Monitorering med Wireshark</vt:lpstr>
      <vt:lpstr>Monitorering med Wireshark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43</cp:revision>
  <dcterms:created xsi:type="dcterms:W3CDTF">2025-11-06T19:46:54Z</dcterms:created>
  <dcterms:modified xsi:type="dcterms:W3CDTF">2025-11-10T12:43:34Z</dcterms:modified>
</cp:coreProperties>
</file>