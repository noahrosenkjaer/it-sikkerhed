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57" r:id="rId3"/>
    <p:sldId id="265" r:id="rId4"/>
    <p:sldId id="259" r:id="rId5"/>
    <p:sldId id="266" r:id="rId6"/>
    <p:sldId id="267" r:id="rId7"/>
    <p:sldId id="268" r:id="rId8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80226" autoAdjust="0"/>
  </p:normalViewPr>
  <p:slideViewPr>
    <p:cSldViewPr snapToGrid="0">
      <p:cViewPr varScale="1">
        <p:scale>
          <a:sx n="77" d="100"/>
          <a:sy n="77" d="100"/>
        </p:scale>
        <p:origin x="5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0D549-607A-4532-9BBA-0ADD9F3A870B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7EFCB-B5C0-4096-864F-EF557946593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5968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54AE2-50C4-4E98-A080-E77C3FEA5DCF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90053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7EEDF-C9C5-5CFC-4457-9AA379D0E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E64BD8-8369-00D7-5D7A-0FB5E3A24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EC3AB-6469-0BB0-CAA6-5226D4731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b="1" dirty="0" err="1"/>
              <a:t>Ligheder</a:t>
            </a:r>
            <a:r>
              <a:rPr lang="en-DK" b="1" dirty="0"/>
              <a:t>:</a:t>
            </a:r>
            <a:endParaRPr lang="en-DK" b="0" dirty="0"/>
          </a:p>
          <a:p>
            <a:r>
              <a:rPr lang="en-DK" b="0" dirty="0"/>
              <a:t>Der er </a:t>
            </a:r>
            <a:r>
              <a:rPr lang="en-DK" b="0" dirty="0" err="1"/>
              <a:t>begge</a:t>
            </a:r>
            <a:r>
              <a:rPr lang="en-DK" b="0" dirty="0"/>
              <a:t> to scripting languages </a:t>
            </a:r>
          </a:p>
          <a:p>
            <a:r>
              <a:rPr lang="en-DK" b="0" dirty="0" err="1"/>
              <a:t>Formål</a:t>
            </a:r>
            <a:r>
              <a:rPr lang="en-DK" b="0" dirty="0"/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K" b="0" dirty="0" err="1"/>
              <a:t>Automatisering</a:t>
            </a:r>
            <a:r>
              <a:rPr lang="en-DK" b="0" dirty="0"/>
              <a:t> </a:t>
            </a:r>
            <a:r>
              <a:rPr lang="en-DK" b="0" dirty="0" err="1"/>
              <a:t>af</a:t>
            </a:r>
            <a:r>
              <a:rPr lang="en-DK" b="0" dirty="0"/>
              <a:t> </a:t>
            </a:r>
            <a:r>
              <a:rPr lang="en-DK" b="0" dirty="0" err="1"/>
              <a:t>opgaver</a:t>
            </a:r>
            <a:endParaRPr lang="en-DK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K" b="0" dirty="0" err="1"/>
              <a:t>Filhåndtering</a:t>
            </a:r>
            <a:endParaRPr lang="en-DK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K" b="0" dirty="0"/>
              <a:t>Kan </a:t>
            </a:r>
            <a:r>
              <a:rPr lang="en-DK" b="0" dirty="0" err="1"/>
              <a:t>bruge</a:t>
            </a:r>
            <a:r>
              <a:rPr lang="en-DK" b="0" dirty="0"/>
              <a:t> </a:t>
            </a:r>
            <a:r>
              <a:rPr lang="en-DK" b="0" dirty="0" err="1"/>
              <a:t>andre</a:t>
            </a:r>
            <a:r>
              <a:rPr lang="en-DK" b="0" dirty="0"/>
              <a:t> CLI-</a:t>
            </a:r>
            <a:r>
              <a:rPr lang="en-DK" b="0" dirty="0" err="1"/>
              <a:t>værktøjer</a:t>
            </a:r>
            <a:r>
              <a:rPr lang="en-DK" b="0" dirty="0"/>
              <a:t>.</a:t>
            </a:r>
          </a:p>
          <a:p>
            <a:endParaRPr lang="en-DK" b="1" dirty="0"/>
          </a:p>
          <a:p>
            <a:endParaRPr lang="en-DK" b="1" dirty="0"/>
          </a:p>
          <a:p>
            <a:r>
              <a:rPr lang="en-DK" b="1" dirty="0"/>
              <a:t>Bash:</a:t>
            </a:r>
          </a:p>
          <a:p>
            <a:r>
              <a:rPr lang="en-DK" b="0" dirty="0"/>
              <a:t>OS: Linux </a:t>
            </a:r>
            <a:r>
              <a:rPr lang="en-DK" b="0" dirty="0" err="1"/>
              <a:t>og</a:t>
            </a:r>
            <a:r>
              <a:rPr lang="en-DK" b="0" dirty="0"/>
              <a:t> macOS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DK" b="0" dirty="0" err="1"/>
              <a:t>Databehandling</a:t>
            </a:r>
            <a:r>
              <a:rPr lang="en-DK" b="0" dirty="0"/>
              <a:t>: </a:t>
            </a:r>
            <a:r>
              <a:rPr lang="en-DK" b="0" dirty="0" err="1"/>
              <a:t>Textbaseret</a:t>
            </a:r>
            <a:r>
              <a:rPr lang="en-DK" b="0" dirty="0"/>
              <a:t>, man </a:t>
            </a:r>
            <a:r>
              <a:rPr lang="en-DK" b="0" dirty="0" err="1"/>
              <a:t>skal</a:t>
            </a:r>
            <a:r>
              <a:rPr lang="en-DK" b="0" dirty="0"/>
              <a:t> </a:t>
            </a:r>
            <a:r>
              <a:rPr lang="en-DK" b="0" dirty="0" err="1"/>
              <a:t>manipulere</a:t>
            </a:r>
            <a:r>
              <a:rPr lang="en-DK" b="0" dirty="0"/>
              <a:t> den text string </a:t>
            </a:r>
            <a:r>
              <a:rPr lang="en-DK" b="0" dirty="0" err="1"/>
              <a:t>hvis</a:t>
            </a:r>
            <a:r>
              <a:rPr lang="en-DK" b="0" dirty="0"/>
              <a:t> man </a:t>
            </a:r>
            <a:r>
              <a:rPr lang="en-DK" b="0" dirty="0" err="1"/>
              <a:t>kun</a:t>
            </a:r>
            <a:r>
              <a:rPr lang="en-DK" b="0" dirty="0"/>
              <a:t> </a:t>
            </a:r>
            <a:r>
              <a:rPr lang="en-DK" b="0" dirty="0" err="1"/>
              <a:t>vil</a:t>
            </a:r>
            <a:r>
              <a:rPr lang="en-DK" b="0" dirty="0"/>
              <a:t> se </a:t>
            </a:r>
            <a:r>
              <a:rPr lang="en-DK" b="0" dirty="0" err="1"/>
              <a:t>nogle</a:t>
            </a:r>
            <a:r>
              <a:rPr lang="en-DK" b="0" dirty="0"/>
              <a:t> </a:t>
            </a:r>
            <a:r>
              <a:rPr lang="en-DK" b="0" dirty="0" err="1"/>
              <a:t>bestemte</a:t>
            </a:r>
            <a:r>
              <a:rPr lang="en-DK" b="0" dirty="0"/>
              <a:t> ting.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DK" b="0" dirty="0"/>
              <a:t>Syntax Linux </a:t>
            </a:r>
            <a:r>
              <a:rPr lang="en-DK" b="0" dirty="0" err="1"/>
              <a:t>kommandoer</a:t>
            </a:r>
            <a:r>
              <a:rPr lang="en-DK" b="0" dirty="0"/>
              <a:t> (ls, cat, grep)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DK" b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DK" b="1" dirty="0" err="1"/>
              <a:t>Powershell</a:t>
            </a:r>
            <a:r>
              <a:rPr lang="en-DK" b="1" dirty="0"/>
              <a:t>:</a:t>
            </a:r>
            <a:endParaRPr lang="en-DK" b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DK" b="0" dirty="0"/>
              <a:t>OS: Windows</a:t>
            </a:r>
          </a:p>
          <a:p>
            <a:r>
              <a:rPr lang="en-DK" b="0" dirty="0" err="1"/>
              <a:t>Databehandling</a:t>
            </a:r>
            <a:r>
              <a:rPr lang="en-DK" b="0" dirty="0"/>
              <a:t>: </a:t>
            </a:r>
            <a:r>
              <a:rPr lang="en-DK" b="0" dirty="0" err="1"/>
              <a:t>obje</a:t>
            </a:r>
            <a:r>
              <a:rPr lang="en-US" b="0" dirty="0"/>
              <a:t>c</a:t>
            </a:r>
            <a:r>
              <a:rPr lang="en-DK" b="0" dirty="0"/>
              <a:t>t </a:t>
            </a:r>
            <a:r>
              <a:rPr lang="en-DK" b="0" dirty="0" err="1"/>
              <a:t>baseret</a:t>
            </a:r>
            <a:r>
              <a:rPr lang="en-DK" b="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Properties</a:t>
            </a:r>
            <a:r>
              <a:rPr lang="en-US" dirty="0"/>
              <a:t>: These are named data values that describe the object (e.g., the size, name, or creation date of a file).</a:t>
            </a:r>
            <a:endParaRPr lang="en-DK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DK" dirty="0"/>
              <a:t>For </a:t>
            </a:r>
            <a:r>
              <a:rPr lang="en-DK" dirty="0" err="1"/>
              <a:t>kun</a:t>
            </a:r>
            <a:r>
              <a:rPr lang="en-DK" dirty="0"/>
              <a:t> at se </a:t>
            </a:r>
            <a:r>
              <a:rPr lang="en-DK" dirty="0" err="1"/>
              <a:t>navne</a:t>
            </a:r>
            <a:r>
              <a:rPr lang="en-DK" dirty="0"/>
              <a:t> </a:t>
            </a:r>
            <a:r>
              <a:rPr lang="en-DK" dirty="0" err="1"/>
              <a:t>på</a:t>
            </a:r>
            <a:r>
              <a:rPr lang="en-DK" dirty="0"/>
              <a:t> filer </a:t>
            </a:r>
            <a:r>
              <a:rPr lang="en-DK" dirty="0" err="1"/>
              <a:t>fra</a:t>
            </a:r>
            <a:r>
              <a:rPr lang="en-DK" dirty="0"/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ChildItem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er det </a:t>
            </a:r>
            <a:r>
              <a:rPr lang="en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nemt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powershell</a:t>
            </a:r>
            <a:r>
              <a:rPr lang="en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Get-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ChildItem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|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ForEach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-Object { $_.Name }</a:t>
            </a:r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Methods</a:t>
            </a:r>
            <a:r>
              <a:rPr lang="en-US" dirty="0"/>
              <a:t>: These are actions or functions that the object can perform (e.g., a method to copy or delete a file).</a:t>
            </a:r>
            <a:endParaRPr lang="en-DK" b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DK" b="0" dirty="0"/>
              <a:t>Syntax: </a:t>
            </a:r>
            <a:r>
              <a:rPr lang="en-US" dirty="0"/>
              <a:t>cmdlet </a:t>
            </a:r>
            <a:r>
              <a:rPr lang="en-DK" dirty="0"/>
              <a:t>(Get-Process) Det er </a:t>
            </a:r>
            <a:r>
              <a:rPr lang="en-US" dirty="0" err="1"/>
              <a:t>specialiseret</a:t>
            </a:r>
            <a:r>
              <a:rPr lang="en-US" dirty="0"/>
              <a:t> </a:t>
            </a:r>
            <a:r>
              <a:rPr lang="en-US" dirty="0" err="1"/>
              <a:t>kommando</a:t>
            </a:r>
            <a:r>
              <a:rPr lang="en-DK" dirty="0"/>
              <a:t>er </a:t>
            </a:r>
            <a:r>
              <a:rPr lang="en-DK" dirty="0" err="1"/>
              <a:t>skrevet</a:t>
            </a:r>
            <a:r>
              <a:rPr lang="en-DK" dirty="0"/>
              <a:t> </a:t>
            </a:r>
            <a:r>
              <a:rPr lang="en-DK" dirty="0" err="1"/>
              <a:t>i</a:t>
            </a:r>
            <a:r>
              <a:rPr lang="en-DK" dirty="0"/>
              <a:t> </a:t>
            </a:r>
            <a:r>
              <a:rPr lang="en-US" dirty="0"/>
              <a:t>.NET (C#)</a:t>
            </a:r>
            <a:endParaRPr lang="en-DK" b="0" dirty="0"/>
          </a:p>
          <a:p>
            <a:endParaRPr lang="da-D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CCC4A-2E87-DF78-3110-AC892882B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5929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DK" noProof="0" dirty="0"/>
              <a:t>Cronjobs </a:t>
            </a:r>
            <a:r>
              <a:rPr lang="en-DK" noProof="0" dirty="0" err="1"/>
              <a:t>til</a:t>
            </a:r>
            <a:r>
              <a:rPr lang="en-DK" noProof="0" dirty="0"/>
              <a:t> </a:t>
            </a:r>
            <a:r>
              <a:rPr lang="en-DK" noProof="0" dirty="0" err="1"/>
              <a:t>periodisk</a:t>
            </a:r>
            <a:r>
              <a:rPr lang="en-DK" noProof="0" dirty="0"/>
              <a:t> </a:t>
            </a:r>
            <a:r>
              <a:rPr lang="en-DK" noProof="0" dirty="0" err="1"/>
              <a:t>automatisering</a:t>
            </a:r>
            <a:r>
              <a:rPr lang="en-DK" noProof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DK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DK" noProof="0" dirty="0" err="1"/>
              <a:t>Automatisk</a:t>
            </a:r>
            <a:r>
              <a:rPr lang="en-DK" noProof="0" dirty="0"/>
              <a:t> </a:t>
            </a:r>
            <a:r>
              <a:rPr lang="en-DK" noProof="0" dirty="0" err="1"/>
              <a:t>opdatering</a:t>
            </a:r>
            <a:r>
              <a:rPr lang="en-DK" noProof="0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noProof="0" dirty="0"/>
              <a:t>Automatiserer arbejdet I at opdatere mange enheder på en gang.  ”sudo apt update &amp;&amp; upgrade –y”</a:t>
            </a:r>
            <a:endParaRPr lang="en-DK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en-DK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DK" noProof="0" dirty="0"/>
              <a:t>Backups:</a:t>
            </a:r>
            <a:endParaRPr lang="da-DK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noProof="0" dirty="0"/>
              <a:t>Et script kunne lave en backup af konfigurationsfilerne på samtlige netværksenheder, eller periodisk gemme en database.</a:t>
            </a:r>
            <a:endParaRPr lang="en-DK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dirty="0"/>
              <a:t>Planlagte disk-backups på daglig el. ugentlig basis</a:t>
            </a:r>
            <a:r>
              <a:rPr lang="en-DK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DK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DK" noProof="0" dirty="0"/>
              <a:t>Scanning:</a:t>
            </a:r>
            <a:endParaRPr lang="da-DK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noProof="0" dirty="0"/>
              <a:t>Periodisk automatisering af sårbarhedsscanninger med et værktøj som</a:t>
            </a:r>
            <a:r>
              <a:rPr lang="en-DK" noProof="0" dirty="0"/>
              <a:t> Nmap</a:t>
            </a:r>
            <a:r>
              <a:rPr lang="da-DK" noProof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DK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a-DK" b="0" dirty="0"/>
              <a:t>Overvågning og logning</a:t>
            </a:r>
            <a:r>
              <a:rPr lang="en-DK" b="0" dirty="0"/>
              <a:t>:</a:t>
            </a:r>
            <a:endParaRPr lang="da-DK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dirty="0"/>
              <a:t>Læsning, filtrering og analyse af logs (syslog,</a:t>
            </a:r>
            <a:r>
              <a:rPr lang="en-DK" dirty="0"/>
              <a:t> </a:t>
            </a:r>
            <a:r>
              <a:rPr lang="en-US" dirty="0" err="1"/>
              <a:t>rsyslog</a:t>
            </a:r>
            <a:r>
              <a:rPr lang="en-DK" dirty="0"/>
              <a:t>, </a:t>
            </a:r>
            <a:r>
              <a:rPr lang="en-DK" dirty="0" err="1"/>
              <a:t>eller</a:t>
            </a:r>
            <a:r>
              <a:rPr lang="en-DK" dirty="0"/>
              <a:t> </a:t>
            </a:r>
            <a:r>
              <a:rPr lang="da-DK" dirty="0"/>
              <a:t> </a:t>
            </a:r>
            <a:r>
              <a:rPr lang="en-DK" dirty="0" err="1"/>
              <a:t>systemds</a:t>
            </a:r>
            <a:r>
              <a:rPr lang="en-DK" dirty="0"/>
              <a:t> </a:t>
            </a:r>
            <a:r>
              <a:rPr lang="en-US" dirty="0" err="1"/>
              <a:t>journald</a:t>
            </a:r>
            <a:r>
              <a:rPr lang="da-DK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dirty="0"/>
              <a:t>Send logdata til central server eller SIEM.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a-DK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21721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C390A-9A68-378F-4050-46AC712B3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610C8E-A4AB-8FDC-92AB-04F1F581E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894E9-0760-7A47-92C7-3F5254ED1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DK" noProof="0" dirty="0"/>
              <a:t>Man </a:t>
            </a:r>
            <a:r>
              <a:rPr lang="en-DK" noProof="0" dirty="0" err="1"/>
              <a:t>kunne</a:t>
            </a:r>
            <a:r>
              <a:rPr lang="en-DK" noProof="0" dirty="0"/>
              <a:t> </a:t>
            </a:r>
            <a:r>
              <a:rPr lang="en-DK" noProof="0" dirty="0" err="1"/>
              <a:t>alternativt</a:t>
            </a:r>
            <a:r>
              <a:rPr lang="en-DK" noProof="0" dirty="0"/>
              <a:t> lave </a:t>
            </a:r>
            <a:r>
              <a:rPr lang="en-DK" noProof="0" dirty="0" err="1"/>
              <a:t>en</a:t>
            </a:r>
            <a:r>
              <a:rPr lang="en-DK" noProof="0" dirty="0"/>
              <a:t> GET request </a:t>
            </a:r>
            <a:r>
              <a:rPr lang="en-DK" noProof="0" dirty="0" err="1"/>
              <a:t>til</a:t>
            </a:r>
            <a:r>
              <a:rPr lang="en-DK" noProof="0" dirty="0"/>
              <a:t> </a:t>
            </a:r>
            <a:r>
              <a:rPr lang="en-DK" noProof="0" dirty="0" err="1"/>
              <a:t>haveibeenpwned</a:t>
            </a:r>
            <a:r>
              <a:rPr lang="en-DK" noProof="0" dirty="0"/>
              <a:t> API, </a:t>
            </a:r>
            <a:r>
              <a:rPr lang="en-DK" noProof="0" dirty="0" err="1"/>
              <a:t>hvis</a:t>
            </a:r>
            <a:r>
              <a:rPr lang="en-DK" noProof="0" dirty="0"/>
              <a:t> database </a:t>
            </a:r>
            <a:r>
              <a:rPr lang="en-DK" noProof="0" dirty="0" err="1"/>
              <a:t>bliver</a:t>
            </a:r>
            <a:r>
              <a:rPr lang="en-DK" noProof="0" dirty="0"/>
              <a:t> </a:t>
            </a:r>
            <a:r>
              <a:rPr lang="en-DK" noProof="0" dirty="0" err="1"/>
              <a:t>opdateret</a:t>
            </a:r>
            <a:r>
              <a:rPr lang="en-DK" noProof="0" dirty="0"/>
              <a:t>.</a:t>
            </a:r>
            <a:endParaRPr lang="da-DK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B6BB2-ED1A-C43A-85CB-FB0603581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72148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5BD38-9282-6DA5-8F41-3CC736591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C3E136-85DA-F36B-F79E-5DEAE7512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FFC044-A2FB-6113-E82A-CD0BFE8FD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DK" noProof="0" dirty="0" err="1"/>
              <a:t>Hvad</a:t>
            </a:r>
            <a:r>
              <a:rPr lang="en-DK" noProof="0" dirty="0"/>
              <a:t> </a:t>
            </a:r>
            <a:r>
              <a:rPr lang="en-DK" noProof="0" dirty="0" err="1"/>
              <a:t>sker</a:t>
            </a:r>
            <a:r>
              <a:rPr lang="en-DK" noProof="0" dirty="0"/>
              <a:t> der </a:t>
            </a:r>
            <a:r>
              <a:rPr lang="en-DK" noProof="0" dirty="0" err="1"/>
              <a:t>i</a:t>
            </a:r>
            <a:r>
              <a:rPr lang="en-DK" noProof="0" dirty="0"/>
              <a:t> while </a:t>
            </a:r>
            <a:r>
              <a:rPr lang="en-DK" noProof="0" dirty="0" err="1"/>
              <a:t>loopet</a:t>
            </a:r>
            <a:r>
              <a:rPr lang="en-DK" noProof="0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DK" noProof="0" dirty="0"/>
              <a:t>Den </a:t>
            </a:r>
            <a:r>
              <a:rPr lang="en-DK" noProof="0" dirty="0" err="1"/>
              <a:t>køre</a:t>
            </a:r>
            <a:r>
              <a:rPr lang="en-DK" noProof="0" dirty="0"/>
              <a:t> 26 </a:t>
            </a:r>
            <a:r>
              <a:rPr lang="en-DK" noProof="0" dirty="0" err="1"/>
              <a:t>gange</a:t>
            </a:r>
            <a:r>
              <a:rPr lang="en-DK" noProof="0" dirty="0"/>
              <a:t>, da det er  “</a:t>
            </a:r>
            <a:r>
              <a:rPr lang="en-DK" noProof="0" dirty="0" err="1"/>
              <a:t>mens</a:t>
            </a:r>
            <a:r>
              <a:rPr lang="en-DK" noProof="0" dirty="0"/>
              <a:t> counter er </a:t>
            </a:r>
            <a:r>
              <a:rPr lang="en-DK" noProof="0" dirty="0" err="1"/>
              <a:t>mindre</a:t>
            </a:r>
            <a:r>
              <a:rPr lang="en-DK" noProof="0" dirty="0"/>
              <a:t> </a:t>
            </a:r>
            <a:r>
              <a:rPr lang="en-DK" noProof="0" dirty="0" err="1"/>
              <a:t>eller</a:t>
            </a:r>
            <a:r>
              <a:rPr lang="en-DK" noProof="0" dirty="0"/>
              <a:t> lig med 25”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DK" noProof="0" dirty="0"/>
              <a:t>Den </a:t>
            </a:r>
            <a:r>
              <a:rPr lang="en-DK" noProof="0" dirty="0" err="1"/>
              <a:t>vælger</a:t>
            </a:r>
            <a:r>
              <a:rPr lang="en-DK" noProof="0" dirty="0"/>
              <a:t> et random element </a:t>
            </a:r>
            <a:r>
              <a:rPr lang="en-DK" noProof="0" dirty="0" err="1"/>
              <a:t>i</a:t>
            </a:r>
            <a:r>
              <a:rPr lang="en-DK" noProof="0" dirty="0"/>
              <a:t> listen “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character_list</a:t>
            </a:r>
            <a:r>
              <a:rPr lang="en-DK" noProof="0" dirty="0"/>
              <a:t>”, </a:t>
            </a:r>
            <a:r>
              <a:rPr lang="en-DK" noProof="0" dirty="0" err="1"/>
              <a:t>og</a:t>
            </a:r>
            <a:r>
              <a:rPr lang="en-DK" noProof="0" dirty="0"/>
              <a:t> </a:t>
            </a:r>
            <a:r>
              <a:rPr lang="en-DK" noProof="0" dirty="0" err="1"/>
              <a:t>appender</a:t>
            </a:r>
            <a:r>
              <a:rPr lang="en-DK" noProof="0" dirty="0"/>
              <a:t> det bag </a:t>
            </a:r>
            <a:r>
              <a:rPr lang="en-DK" noProof="0" dirty="0" err="1"/>
              <a:t>på</a:t>
            </a:r>
            <a:r>
              <a:rPr lang="en-DK" noProof="0" dirty="0"/>
              <a:t> den password string.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DK" noProof="0" dirty="0"/>
              <a:t>$RANDOM er </a:t>
            </a:r>
            <a:r>
              <a:rPr lang="en-DK" noProof="0" dirty="0" err="1"/>
              <a:t>indbygget</a:t>
            </a:r>
            <a:r>
              <a:rPr lang="en-DK" noProof="0" dirty="0"/>
              <a:t> </a:t>
            </a:r>
            <a:r>
              <a:rPr lang="en-DK" noProof="0" dirty="0" err="1"/>
              <a:t>og</a:t>
            </a:r>
            <a:r>
              <a:rPr lang="en-DK" noProof="0" dirty="0"/>
              <a:t> </a:t>
            </a:r>
            <a:r>
              <a:rPr lang="en-DK" noProof="0" dirty="0">
                <a:solidFill>
                  <a:schemeClr val="bg1"/>
                </a:solidFill>
              </a:rPr>
              <a:t>g</a:t>
            </a:r>
            <a:r>
              <a:rPr lang="da-DK" noProof="0" dirty="0">
                <a:solidFill>
                  <a:schemeClr val="bg1"/>
                </a:solidFill>
              </a:rPr>
              <a:t>enererer</a:t>
            </a:r>
            <a:r>
              <a:rPr lang="en-DK" noProof="0" dirty="0">
                <a:solidFill>
                  <a:schemeClr val="bg1"/>
                </a:solidFill>
              </a:rPr>
              <a:t> et random </a:t>
            </a:r>
            <a:r>
              <a:rPr lang="en-DK" noProof="0" dirty="0" err="1">
                <a:solidFill>
                  <a:schemeClr val="bg1"/>
                </a:solidFill>
              </a:rPr>
              <a:t>tal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mellem</a:t>
            </a:r>
            <a:r>
              <a:rPr lang="en-DK" noProof="0" dirty="0">
                <a:solidFill>
                  <a:schemeClr val="bg1"/>
                </a:solidFill>
              </a:rPr>
              <a:t> 0 </a:t>
            </a:r>
            <a:r>
              <a:rPr lang="en-DK" noProof="0" dirty="0" err="1">
                <a:solidFill>
                  <a:schemeClr val="bg1"/>
                </a:solidFill>
              </a:rPr>
              <a:t>og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dirty="0"/>
              <a:t>32767.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Modulo Operator</a:t>
            </a:r>
            <a:r>
              <a:rPr lang="en-DK" noProof="0" dirty="0"/>
              <a:t> (%) er </a:t>
            </a:r>
            <a:r>
              <a:rPr lang="en-DK" noProof="0" dirty="0" err="1"/>
              <a:t>resten</a:t>
            </a:r>
            <a:r>
              <a:rPr lang="en-DK" noProof="0" dirty="0"/>
              <a:t> </a:t>
            </a:r>
            <a:r>
              <a:rPr lang="en-DK" noProof="0" dirty="0" err="1"/>
              <a:t>efter</a:t>
            </a:r>
            <a:r>
              <a:rPr lang="en-DK" noProof="0" dirty="0"/>
              <a:t> </a:t>
            </a:r>
            <a:r>
              <a:rPr lang="en-DK" noProof="0" dirty="0" err="1"/>
              <a:t>en</a:t>
            </a:r>
            <a:r>
              <a:rPr lang="en-DK" noProof="0" dirty="0"/>
              <a:t> division.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${#character_list[@]}</a:t>
            </a:r>
            <a:r>
              <a:rPr lang="en-DK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 </a:t>
            </a:r>
            <a:r>
              <a:rPr lang="en-DK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antallet</a:t>
            </a:r>
            <a:r>
              <a:rPr lang="en-DK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DK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</a:t>
            </a:r>
            <a:r>
              <a:rPr lang="en-DK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DK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elementer</a:t>
            </a:r>
            <a:r>
              <a:rPr lang="en-DK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DK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DK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listen</a:t>
            </a:r>
            <a:r>
              <a:rPr lang="en-DK" sz="1200" b="0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DK" sz="1200" b="0" kern="1200" noProof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K" sz="1200" b="1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Grep: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-F, --fixed-strings</a:t>
            </a:r>
            <a:r>
              <a:rPr lang="en-DK" sz="1200" b="0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 PATTERNS as fixed strings, not regular expressions.</a:t>
            </a:r>
            <a:endParaRPr lang="en-DK" sz="1200" b="0" kern="1200" noProof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-x, --line-</a:t>
            </a:r>
            <a:r>
              <a:rPr lang="en-US" sz="1200" b="0" kern="1200" noProof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regexp</a:t>
            </a:r>
            <a:r>
              <a:rPr lang="en-DK" sz="1200" b="0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  only  those  matches  that exactly match the whole line.  For a regular expression pattern, this is</a:t>
            </a:r>
            <a:r>
              <a:rPr lang="en-DK" sz="1200" b="0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 parenthesizing the pattern and then surrounding it with ^ and $.</a:t>
            </a:r>
            <a:endParaRPr lang="en-DK" sz="1200" b="0" kern="1200" noProof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-q, --quiet, --silent</a:t>
            </a:r>
            <a:r>
              <a:rPr lang="en-DK" sz="1200" b="0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Quiet; do not write anything to standard output.  Exit immediately with zero status if any match is  found,</a:t>
            </a:r>
            <a:r>
              <a:rPr lang="en-DK" sz="1200" b="0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 if an error was detected.  Also see the -s or --no-messages option.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DK" sz="1200" b="0" kern="1200" noProof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E84B4-2AFF-163D-387A-F957AE7E1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33620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ADEF1-B22E-3C0E-ED83-E302EE3C2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8CDE1-FDE4-ACB3-C2FC-5F7AE0C4E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0ECB1D-7AC0-7DF7-809C-9CF7EB4C5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DK" noProof="0" dirty="0"/>
              <a:t>Man </a:t>
            </a:r>
            <a:r>
              <a:rPr lang="en-DK" noProof="0" dirty="0" err="1"/>
              <a:t>kunne</a:t>
            </a:r>
            <a:r>
              <a:rPr lang="en-DK" noProof="0" dirty="0"/>
              <a:t> </a:t>
            </a:r>
            <a:r>
              <a:rPr lang="en-DK" noProof="0" dirty="0" err="1"/>
              <a:t>alternativt</a:t>
            </a:r>
            <a:r>
              <a:rPr lang="en-DK" noProof="0" dirty="0"/>
              <a:t> lave </a:t>
            </a:r>
            <a:r>
              <a:rPr lang="en-DK" noProof="0" dirty="0" err="1"/>
              <a:t>en</a:t>
            </a:r>
            <a:r>
              <a:rPr lang="en-DK" noProof="0" dirty="0"/>
              <a:t> GET request </a:t>
            </a:r>
            <a:r>
              <a:rPr lang="en-DK" noProof="0" dirty="0" err="1"/>
              <a:t>til</a:t>
            </a:r>
            <a:r>
              <a:rPr lang="en-DK" noProof="0" dirty="0"/>
              <a:t> </a:t>
            </a:r>
            <a:r>
              <a:rPr lang="en-DK" noProof="0" dirty="0" err="1"/>
              <a:t>haveibeenpwned</a:t>
            </a:r>
            <a:r>
              <a:rPr lang="en-DK" noProof="0" dirty="0"/>
              <a:t> API, </a:t>
            </a:r>
            <a:r>
              <a:rPr lang="en-DK" noProof="0" dirty="0" err="1"/>
              <a:t>hvis</a:t>
            </a:r>
            <a:r>
              <a:rPr lang="en-DK" noProof="0" dirty="0"/>
              <a:t> database </a:t>
            </a:r>
            <a:r>
              <a:rPr lang="en-DK" noProof="0" dirty="0" err="1"/>
              <a:t>bliver</a:t>
            </a:r>
            <a:r>
              <a:rPr lang="en-DK" noProof="0" dirty="0"/>
              <a:t> </a:t>
            </a:r>
            <a:r>
              <a:rPr lang="en-DK" noProof="0" dirty="0" err="1"/>
              <a:t>opdateret</a:t>
            </a:r>
            <a:r>
              <a:rPr lang="en-DK" noProof="0" dirty="0"/>
              <a:t>.</a:t>
            </a:r>
            <a:endParaRPr lang="da-DK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C4F8C-E730-9FEB-27F3-3EA6B93C0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7EFCB-B5C0-4096-864F-EF5579465933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42249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5FFE-EDFC-ACBC-BA68-225BA411E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CF9864-9401-0709-8206-BA803B1D6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A4749-1E47-A010-232D-988AE10F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BE893-758D-AD20-8EE1-A484BFDB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D608B-3562-DA27-DC7E-0C8DC504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837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D800-310D-D8C8-21FF-5A05C5990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25AFA-EBE4-C93E-DE1F-2C2A303E1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10E9A-D3FA-851B-8B31-7D6D29AE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24266-9B98-38E9-7941-EDA9BA60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BF174-087F-4EAD-3923-5FCEBB3C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8235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B464-7F3A-7BA0-1B8F-8A408BBD3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BA005-74D1-2AD1-7A3E-A940804CE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FE4C3-AEAE-524F-AC6A-6C3CF3D44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C0A2F-182A-4426-77B2-A8A5E0C6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AB437-4367-D23A-BD46-48010EBD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97496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1E70-4C07-B1E4-832D-8870BF54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8FA21-3224-7ED5-1C66-5FB48036A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8ACA5-7EC0-C737-0506-F99C470A7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5DC4F-3088-BC83-5170-6F84FDDE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75445-4B2A-7090-F9F4-90685E6C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C7EE9-D5F9-BACC-40E1-671EC26C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8142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2B49-8F78-EBF1-CDCE-BE7528AE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3173A-2CED-94BD-42CB-0B1B72E1C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3A99F-4FCE-2B33-8970-60E0259B6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61E45-82AB-B0FD-8492-D057336C2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924A88-0EE3-BDA6-3FB8-F8FFE71587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F601FE-50C9-0D91-6431-5A5D72B3A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85FEB3-7336-C02E-3EB8-5F69BABC4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6CED1A-8C2D-2BC4-4E59-2477CA8A5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012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29C7-65A0-8FCB-A60F-0DC5BE202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5A858-FAFD-B4CB-D7AC-1CF8C394F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81C6E-9786-53B3-4FA9-DC4CA865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DBACC-F027-F781-CB56-4A355296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1860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3B1E66-4AB2-5C5E-5D75-3CC1040F9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06884-4FC7-56DF-6A1F-0109258D5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36D7B-68F6-DD06-CA79-2D4C1B83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5261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56CB-A15D-7F39-72F2-454482D76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1A20-6C42-60DD-67E6-3B811B5EA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227CC-8A48-D79C-FEEB-28CCC6BE5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F5E77-1F48-3274-9559-E1605C0E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5E774-395E-409D-413B-F4144E4D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6C51C-815C-9C8E-8339-7628AAFA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54135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557E-1B46-851D-B42B-A26E6F96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48861-EACF-2E4D-A2C2-822A2A2FD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1FC3E-26E9-3E15-7D20-AAE7C44D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D3F0B-C2A1-C117-683C-BEB7598C1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DAFB-1432-45BE-791C-DAAFED07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10CAA-605B-C267-4340-E54FEDEC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2957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3332-5AFC-CE3B-3A63-FB7718CA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68B8A-1F13-4A35-89DD-DB93BD367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CF81D-3753-91C8-8808-781563D9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213B7-D201-EA42-A740-38038C31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5C277-9135-90F4-9347-03A64348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52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CE2B7C-250C-87A9-EA9F-B82ADF79C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80A32-95ED-A373-88EF-E5E7F421C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91FFD-220C-2206-8315-198F89AA6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54050-1591-0885-BD3E-EB859A60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53E09-2A16-DC73-DFC8-DC38F848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4960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0EB3B-03D0-1C97-E272-5B086558A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BED85-A387-9BD6-0DAD-4D6235F64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407C5-88E4-1CCD-B00D-291C7ECEA6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F06BD-D902-46BB-9669-D79E33EBC33A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228FE-B5E4-72B5-8145-B17A89E4B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B7A35-712B-6F59-53D2-1CECBFBBA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0E7DF-0BE9-415F-9AD1-2CCB6FC0C0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80402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A1A01-354D-D814-1194-77A1D6D79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3" y="949325"/>
            <a:ext cx="8071706" cy="2387600"/>
          </a:xfrm>
        </p:spPr>
        <p:txBody>
          <a:bodyPr>
            <a:normAutofit/>
          </a:bodyPr>
          <a:lstStyle/>
          <a:p>
            <a:pPr algn="l"/>
            <a:r>
              <a:rPr lang="da-DK" sz="5400" noProof="1">
                <a:solidFill>
                  <a:srgbClr val="FFFFFF"/>
                </a:solidFill>
              </a:rPr>
              <a:t>Scripting i Bash og PowerShell med fokus på sikkerhed</a:t>
            </a:r>
            <a:endParaRPr lang="da-DK" sz="5100" noProof="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C4819-77DC-09B1-9CEC-378623220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902" y="3429000"/>
            <a:ext cx="8071697" cy="1655762"/>
          </a:xfrm>
        </p:spPr>
        <p:txBody>
          <a:bodyPr>
            <a:normAutofit lnSpcReduction="10000"/>
          </a:bodyPr>
          <a:lstStyle/>
          <a:p>
            <a:pPr algn="l"/>
            <a:endParaRPr lang="da-DK" sz="1800" noProof="0" dirty="0">
              <a:solidFill>
                <a:schemeClr val="bg1"/>
              </a:solidFill>
            </a:endParaRPr>
          </a:p>
          <a:p>
            <a:pPr algn="l"/>
            <a:r>
              <a:rPr lang="da-DK" sz="3200" noProof="0" dirty="0">
                <a:solidFill>
                  <a:schemeClr val="bg1"/>
                </a:solidFill>
              </a:rPr>
              <a:t>Noah Rosenkjær</a:t>
            </a:r>
            <a:br>
              <a:rPr lang="da-DK" sz="1800" noProof="0" dirty="0">
                <a:solidFill>
                  <a:schemeClr val="bg1"/>
                </a:solidFill>
              </a:rPr>
            </a:br>
            <a:endParaRPr lang="da-DK" sz="1800" noProof="0" dirty="0">
              <a:solidFill>
                <a:schemeClr val="bg1"/>
              </a:solidFill>
            </a:endParaRPr>
          </a:p>
          <a:p>
            <a:pPr algn="l"/>
            <a:br>
              <a:rPr lang="da-DK" sz="1800" noProof="0" dirty="0">
                <a:solidFill>
                  <a:schemeClr val="bg1"/>
                </a:solidFill>
              </a:rPr>
            </a:br>
            <a:r>
              <a:rPr lang="da-DK" sz="1800" noProof="0" dirty="0">
                <a:solidFill>
                  <a:schemeClr val="bg1"/>
                </a:solidFill>
              </a:rPr>
              <a:t>UCL Erhvervsakademi og Professionshøjskole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FFE04-74FB-867D-7EFB-266E0D73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da-DK" sz="8000" noProof="0" dirty="0">
                <a:solidFill>
                  <a:schemeClr val="bg1"/>
                </a:solidFill>
              </a:rPr>
              <a:t>Agenda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D6F38-6102-5645-FD80-F56189841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da-DK" sz="2000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sz="2000" noProof="0" dirty="0">
                <a:solidFill>
                  <a:schemeClr val="bg1"/>
                </a:solidFill>
              </a:rPr>
              <a:t>P</a:t>
            </a:r>
            <a:r>
              <a:rPr lang="en-DK" sz="2000" noProof="0" dirty="0" err="1">
                <a:solidFill>
                  <a:schemeClr val="bg1"/>
                </a:solidFill>
              </a:rPr>
              <a:t>owershell</a:t>
            </a:r>
            <a:r>
              <a:rPr lang="en-DK" sz="2000" noProof="0" dirty="0">
                <a:solidFill>
                  <a:schemeClr val="bg1"/>
                </a:solidFill>
              </a:rPr>
              <a:t> </a:t>
            </a:r>
            <a:r>
              <a:rPr lang="en-DK" sz="2000" noProof="0" dirty="0" err="1">
                <a:solidFill>
                  <a:schemeClr val="bg1"/>
                </a:solidFill>
              </a:rPr>
              <a:t>og</a:t>
            </a:r>
            <a:r>
              <a:rPr lang="en-DK" sz="2000" noProof="0" dirty="0">
                <a:solidFill>
                  <a:schemeClr val="bg1"/>
                </a:solidFill>
              </a:rPr>
              <a:t> bash</a:t>
            </a:r>
            <a:endParaRPr lang="en-DK" sz="1600" dirty="0">
              <a:solidFill>
                <a:schemeClr val="bg1"/>
              </a:solidFill>
            </a:endParaRPr>
          </a:p>
          <a:p>
            <a:r>
              <a:rPr lang="da-DK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sz="2000" noProof="0" dirty="0">
                <a:solidFill>
                  <a:schemeClr val="bg1"/>
                </a:solidFill>
              </a:rPr>
              <a:t>Scripting </a:t>
            </a:r>
            <a:r>
              <a:rPr lang="en-DK" sz="2000" noProof="0" dirty="0" err="1">
                <a:solidFill>
                  <a:schemeClr val="bg1"/>
                </a:solidFill>
              </a:rPr>
              <a:t>og</a:t>
            </a:r>
            <a:r>
              <a:rPr lang="en-DK" sz="2000" noProof="0" dirty="0">
                <a:solidFill>
                  <a:schemeClr val="bg1"/>
                </a:solidFill>
              </a:rPr>
              <a:t> </a:t>
            </a:r>
            <a:r>
              <a:rPr lang="en-DK" sz="2000" noProof="0" dirty="0" err="1">
                <a:solidFill>
                  <a:schemeClr val="bg1"/>
                </a:solidFill>
              </a:rPr>
              <a:t>sikkerhed</a:t>
            </a:r>
            <a:endParaRPr lang="en-DK" sz="2000" noProof="0" dirty="0">
              <a:solidFill>
                <a:schemeClr val="bg1"/>
              </a:solidFill>
            </a:endParaRPr>
          </a:p>
          <a:p>
            <a:r>
              <a:rPr lang="da-DK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sz="2000" dirty="0">
                <a:solidFill>
                  <a:schemeClr val="bg1"/>
                </a:solidFill>
              </a:rPr>
              <a:t>Bash script</a:t>
            </a:r>
            <a:endParaRPr lang="da-DK" sz="20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38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8E8CFA-8A87-7B4E-8BC1-C1F329825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7D97-EE74-013B-D96F-547413A72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noProof="0" dirty="0" err="1">
                <a:solidFill>
                  <a:schemeClr val="bg1"/>
                </a:solidFill>
              </a:rPr>
              <a:t>Powershell</a:t>
            </a:r>
            <a:r>
              <a:rPr lang="en-DK" noProof="0" dirty="0">
                <a:solidFill>
                  <a:schemeClr val="bg1"/>
                </a:solidFill>
              </a:rPr>
              <a:t> </a:t>
            </a:r>
            <a:r>
              <a:rPr lang="en-DK" noProof="0" dirty="0" err="1">
                <a:solidFill>
                  <a:schemeClr val="bg1"/>
                </a:solidFill>
              </a:rPr>
              <a:t>og</a:t>
            </a:r>
            <a:r>
              <a:rPr lang="en-DK" noProof="0" dirty="0">
                <a:solidFill>
                  <a:schemeClr val="bg1"/>
                </a:solidFill>
              </a:rPr>
              <a:t> bash</a:t>
            </a:r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ADD96-E2D6-9771-0577-EDF0948CC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Shell programmer</a:t>
            </a: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Understøtter scripting</a:t>
            </a: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Bas</a:t>
            </a:r>
            <a:r>
              <a:rPr lang="en-DK" noProof="0" dirty="0">
                <a:solidFill>
                  <a:schemeClr val="bg1"/>
                </a:solidFill>
              </a:rPr>
              <a:t>h</a:t>
            </a:r>
            <a:endParaRPr lang="da-DK" noProof="0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Powershell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6BD8A7-3100-937D-709F-D33EDBB17CF8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4540135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731D503-A894-C1D8-2B54-6C3ED2C20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49" y="4001293"/>
            <a:ext cx="5509771" cy="25141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F39223-CB15-7414-650D-D46A4395A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600" y="336861"/>
            <a:ext cx="6016832" cy="359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030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06146-FD87-1036-EA2E-FC5ACF698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noProof="0" dirty="0">
                <a:solidFill>
                  <a:schemeClr val="bg1"/>
                </a:solidFill>
              </a:rPr>
              <a:t>Scripting </a:t>
            </a:r>
            <a:r>
              <a:rPr lang="en-US" noProof="0" dirty="0" err="1">
                <a:solidFill>
                  <a:schemeClr val="bg1"/>
                </a:solidFill>
              </a:rPr>
              <a:t>i</a:t>
            </a:r>
            <a:r>
              <a:rPr lang="en-US" noProof="0" dirty="0">
                <a:solidFill>
                  <a:schemeClr val="bg1"/>
                </a:solidFill>
              </a:rPr>
              <a:t> </a:t>
            </a:r>
            <a:r>
              <a:rPr lang="en-US" noProof="0" dirty="0" err="1">
                <a:solidFill>
                  <a:schemeClr val="bg1"/>
                </a:solidFill>
              </a:rPr>
              <a:t>arbejdet</a:t>
            </a:r>
            <a:r>
              <a:rPr lang="en-US" noProof="0" dirty="0">
                <a:solidFill>
                  <a:schemeClr val="bg1"/>
                </a:solidFill>
              </a:rPr>
              <a:t> med </a:t>
            </a:r>
            <a:r>
              <a:rPr lang="en-US" noProof="0" dirty="0" err="1">
                <a:solidFill>
                  <a:schemeClr val="bg1"/>
                </a:solidFill>
              </a:rPr>
              <a:t>sikkerhed</a:t>
            </a:r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AB3A4-B20B-2F15-9E19-BE5CACBC8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noProof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Automatiske</a:t>
            </a:r>
            <a:r>
              <a:rPr lang="en-DK" dirty="0">
                <a:solidFill>
                  <a:schemeClr val="bg1"/>
                </a:solidFill>
              </a:rPr>
              <a:t>/</a:t>
            </a:r>
            <a:r>
              <a:rPr lang="en-DK" dirty="0" err="1">
                <a:solidFill>
                  <a:schemeClr val="bg1"/>
                </a:solidFill>
              </a:rPr>
              <a:t>Periodiske</a:t>
            </a:r>
            <a:r>
              <a:rPr lang="en-DK" dirty="0">
                <a:solidFill>
                  <a:schemeClr val="bg1"/>
                </a:solidFill>
              </a:rPr>
              <a:t> o</a:t>
            </a:r>
            <a:r>
              <a:rPr lang="en-DK" noProof="0" dirty="0" err="1">
                <a:solidFill>
                  <a:schemeClr val="bg1"/>
                </a:solidFill>
              </a:rPr>
              <a:t>pdateringer</a:t>
            </a:r>
            <a:endParaRPr lang="en-DK" noProof="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DK" noProof="0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Automatiske</a:t>
            </a:r>
            <a:r>
              <a:rPr lang="en-DK" dirty="0">
                <a:solidFill>
                  <a:schemeClr val="bg1"/>
                </a:solidFill>
              </a:rPr>
              <a:t> backups</a:t>
            </a:r>
          </a:p>
          <a:p>
            <a:pPr marL="0" indent="0">
              <a:buNone/>
            </a:pPr>
            <a:endParaRPr lang="en-DK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Periodiske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sårbarhedsscanninger</a:t>
            </a:r>
            <a:endParaRPr lang="en-DK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DK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Overvågning</a:t>
            </a:r>
            <a:r>
              <a:rPr lang="en-DK" dirty="0">
                <a:solidFill>
                  <a:schemeClr val="bg1"/>
                </a:solidFill>
              </a:rPr>
              <a:t> </a:t>
            </a:r>
            <a:r>
              <a:rPr lang="en-DK" dirty="0" err="1">
                <a:solidFill>
                  <a:schemeClr val="bg1"/>
                </a:solidFill>
              </a:rPr>
              <a:t>af</a:t>
            </a:r>
            <a:r>
              <a:rPr lang="en-DK" dirty="0">
                <a:solidFill>
                  <a:schemeClr val="bg1"/>
                </a:solidFill>
              </a:rPr>
              <a:t> logs</a:t>
            </a:r>
          </a:p>
          <a:p>
            <a:pPr marL="0" indent="0">
              <a:buNone/>
            </a:pPr>
            <a:endParaRPr lang="en-DK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dirty="0">
                <a:solidFill>
                  <a:schemeClr val="bg1"/>
                </a:solidFill>
              </a:rPr>
              <a:t>Sende logs </a:t>
            </a:r>
            <a:r>
              <a:rPr lang="en-DK" dirty="0" err="1">
                <a:solidFill>
                  <a:schemeClr val="bg1"/>
                </a:solidFill>
              </a:rPr>
              <a:t>videre</a:t>
            </a:r>
            <a:endParaRPr lang="en-DK" dirty="0">
              <a:solidFill>
                <a:schemeClr val="bg1"/>
              </a:solidFill>
            </a:endParaRPr>
          </a:p>
          <a:p>
            <a:endParaRPr lang="en-DK" dirty="0">
              <a:solidFill>
                <a:schemeClr val="bg1"/>
              </a:solidFill>
            </a:endParaRPr>
          </a:p>
          <a:p>
            <a:endParaRPr lang="en-DK" noProof="0" dirty="0">
              <a:solidFill>
                <a:schemeClr val="bg1"/>
              </a:solidFill>
            </a:endParaRPr>
          </a:p>
          <a:p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2968558-6DFF-3A7A-158F-07D679A14133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7690658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037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6B2CC4-9313-57C5-55B4-51457910D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7C9DF-D956-1B9E-5DC1-A7333015E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noProof="0" dirty="0">
                <a:solidFill>
                  <a:schemeClr val="bg1"/>
                </a:solidFill>
              </a:rPr>
              <a:t>Scripting </a:t>
            </a:r>
            <a:r>
              <a:rPr lang="en-US" noProof="0" dirty="0" err="1">
                <a:solidFill>
                  <a:schemeClr val="bg1"/>
                </a:solidFill>
              </a:rPr>
              <a:t>i</a:t>
            </a:r>
            <a:r>
              <a:rPr lang="en-US" noProof="0" dirty="0">
                <a:solidFill>
                  <a:schemeClr val="bg1"/>
                </a:solidFill>
              </a:rPr>
              <a:t> </a:t>
            </a:r>
            <a:r>
              <a:rPr lang="en-US" noProof="0" dirty="0" err="1">
                <a:solidFill>
                  <a:schemeClr val="bg1"/>
                </a:solidFill>
              </a:rPr>
              <a:t>arbejdet</a:t>
            </a:r>
            <a:r>
              <a:rPr lang="en-US" noProof="0" dirty="0">
                <a:solidFill>
                  <a:schemeClr val="bg1"/>
                </a:solidFill>
              </a:rPr>
              <a:t> med </a:t>
            </a:r>
            <a:r>
              <a:rPr lang="en-US" noProof="0" dirty="0" err="1">
                <a:solidFill>
                  <a:schemeClr val="bg1"/>
                </a:solidFill>
              </a:rPr>
              <a:t>sikkerhed</a:t>
            </a:r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FD57F-5C3E-CA07-6564-A144BE5EA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>
                <a:solidFill>
                  <a:schemeClr val="bg1"/>
                </a:solidFill>
              </a:rPr>
              <a:t>Password leak checker</a:t>
            </a:r>
          </a:p>
          <a:p>
            <a:pPr lvl="1"/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>
                <a:solidFill>
                  <a:schemeClr val="bg1"/>
                </a:solidFill>
              </a:rPr>
              <a:t>Rockyou.txt</a:t>
            </a: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DK" noProof="0" dirty="0">
                <a:solidFill>
                  <a:schemeClr val="bg1"/>
                </a:solidFill>
              </a:rPr>
              <a:t>Bruger </a:t>
            </a:r>
            <a:r>
              <a:rPr lang="en-DK" noProof="0" dirty="0" err="1">
                <a:solidFill>
                  <a:schemeClr val="bg1"/>
                </a:solidFill>
              </a:rPr>
              <a:t>argumenter</a:t>
            </a:r>
            <a:endParaRPr lang="en-DK" noProof="0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a-DK" noProof="0" dirty="0">
                <a:solidFill>
                  <a:schemeClr val="bg1"/>
                </a:solidFill>
              </a:rPr>
              <a:t>Genererer</a:t>
            </a:r>
            <a:r>
              <a:rPr lang="en-DK" noProof="0" dirty="0">
                <a:solidFill>
                  <a:schemeClr val="bg1"/>
                </a:solidFill>
              </a:rPr>
              <a:t> et </a:t>
            </a:r>
            <a:r>
              <a:rPr lang="en-DK" noProof="0" dirty="0" err="1">
                <a:solidFill>
                  <a:schemeClr val="bg1"/>
                </a:solidFill>
              </a:rPr>
              <a:t>nyt</a:t>
            </a:r>
            <a:r>
              <a:rPr lang="en-DK" noProof="0" dirty="0">
                <a:solidFill>
                  <a:schemeClr val="bg1"/>
                </a:solidFill>
              </a:rPr>
              <a:t> 25 </a:t>
            </a:r>
            <a:r>
              <a:rPr lang="en-DK" noProof="0" dirty="0" err="1">
                <a:solidFill>
                  <a:schemeClr val="bg1"/>
                </a:solidFill>
              </a:rPr>
              <a:t>tegns</a:t>
            </a:r>
            <a:r>
              <a:rPr lang="en-DK" noProof="0" dirty="0">
                <a:solidFill>
                  <a:schemeClr val="bg1"/>
                </a:solidFill>
              </a:rPr>
              <a:t> password</a:t>
            </a:r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15149BD-1BE1-5C81-6D8B-EF2C4CD5B540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7690658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178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507CBB-24D6-71E2-AEC3-96F7E9BB5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FB0792F-DC57-7F8A-47F1-7ADC4409F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8D58538-416B-3498-8753-4AC1A16F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53EF33-4B3B-D5D9-47C4-373AC1E85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095" y="0"/>
            <a:ext cx="96573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372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5BFD09-1E17-CBA4-E7EE-757293EB6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66B17-7A9D-ECC3-4930-731FC46AE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noProof="0" dirty="0">
                <a:solidFill>
                  <a:schemeClr val="bg1"/>
                </a:solidFill>
              </a:rPr>
              <a:t>Script output</a:t>
            </a:r>
            <a:endParaRPr lang="da-DK" noProof="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CB447-DD76-D140-F7B4-27DBE5C73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da-DK" noProof="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50EF1A8-C633-F24D-8817-9B9B62DD42A7}"/>
              </a:ext>
            </a:extLst>
          </p:cNvPr>
          <p:cNvCxnSpPr>
            <a:cxnSpLocks/>
          </p:cNvCxnSpPr>
          <p:nvPr/>
        </p:nvCxnSpPr>
        <p:spPr>
          <a:xfrm>
            <a:off x="838200" y="1341596"/>
            <a:ext cx="315190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A9B991F-6072-9E35-5158-8E42D8DC3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172" y="2318068"/>
            <a:ext cx="7184351" cy="311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765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3928</TotalTime>
  <Words>576</Words>
  <Application>Microsoft Office PowerPoint</Application>
  <PresentationFormat>Widescreen</PresentationFormat>
  <Paragraphs>84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Scripting i Bash og PowerShell med fokus på sikkerhed</vt:lpstr>
      <vt:lpstr>Agenda</vt:lpstr>
      <vt:lpstr>Powershell og bash</vt:lpstr>
      <vt:lpstr>Scripting i arbejdet med sikkerhed</vt:lpstr>
      <vt:lpstr>Scripting i arbejdet med sikkerhed</vt:lpstr>
      <vt:lpstr>PowerPoint Presentation</vt:lpstr>
      <vt:lpstr>Script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Christian Rosenkjær</dc:creator>
  <cp:lastModifiedBy>Noah Christian Rosenkjær</cp:lastModifiedBy>
  <cp:revision>191</cp:revision>
  <dcterms:created xsi:type="dcterms:W3CDTF">2025-11-06T19:46:54Z</dcterms:created>
  <dcterms:modified xsi:type="dcterms:W3CDTF">2025-11-10T13:10:48Z</dcterms:modified>
</cp:coreProperties>
</file>