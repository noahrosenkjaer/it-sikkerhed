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80226" autoAdjust="0"/>
  </p:normalViewPr>
  <p:slideViewPr>
    <p:cSldViewPr snapToGrid="0">
      <p:cViewPr>
        <p:scale>
          <a:sx n="75" d="100"/>
          <a:sy n="75" d="100"/>
        </p:scale>
        <p:origin x="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Client-server </a:t>
            </a:r>
            <a:r>
              <a:rPr lang="en-DK" dirty="0" err="1"/>
              <a:t>modellen</a:t>
            </a:r>
            <a:r>
              <a:rPr lang="en-DK" dirty="0"/>
              <a:t> </a:t>
            </a:r>
            <a:r>
              <a:rPr lang="en-DK" dirty="0" err="1"/>
              <a:t>går</a:t>
            </a:r>
            <a:r>
              <a:rPr lang="en-DK" dirty="0"/>
              <a:t> </a:t>
            </a:r>
            <a:r>
              <a:rPr lang="en-DK" dirty="0" err="1"/>
              <a:t>ud</a:t>
            </a:r>
            <a:r>
              <a:rPr lang="en-DK" dirty="0"/>
              <a:t> </a:t>
            </a:r>
            <a:r>
              <a:rPr lang="en-DK" dirty="0" err="1"/>
              <a:t>på</a:t>
            </a:r>
            <a:r>
              <a:rPr lang="en-DK" dirty="0"/>
              <a:t> at den der starter </a:t>
            </a:r>
            <a:r>
              <a:rPr lang="en-DK" dirty="0" err="1"/>
              <a:t>forbindelse</a:t>
            </a:r>
            <a:r>
              <a:rPr lang="en-DK" dirty="0"/>
              <a:t> er </a:t>
            </a:r>
            <a:r>
              <a:rPr lang="en-DK" dirty="0" err="1"/>
              <a:t>clienten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den </a:t>
            </a:r>
            <a:r>
              <a:rPr lang="en-DK" dirty="0" err="1"/>
              <a:t>anden</a:t>
            </a:r>
            <a:r>
              <a:rPr lang="en-DK" dirty="0"/>
              <a:t> er </a:t>
            </a:r>
            <a:r>
              <a:rPr lang="en-DK" dirty="0" err="1"/>
              <a:t>serveren</a:t>
            </a:r>
            <a:r>
              <a:rPr lang="en-DK" dirty="0"/>
              <a:t>.</a:t>
            </a:r>
            <a:br>
              <a:rPr lang="en-DK" dirty="0"/>
            </a:br>
            <a:r>
              <a:rPr lang="en-DK" dirty="0" err="1"/>
              <a:t>Clienten</a:t>
            </a:r>
            <a:r>
              <a:rPr lang="en-DK" dirty="0"/>
              <a:t> requester et service</a:t>
            </a:r>
          </a:p>
          <a:p>
            <a:r>
              <a:rPr lang="en-DK" dirty="0" err="1"/>
              <a:t>Serveren</a:t>
            </a:r>
            <a:r>
              <a:rPr lang="en-DK" dirty="0"/>
              <a:t> </a:t>
            </a:r>
            <a:r>
              <a:rPr lang="en-DK" dirty="0" err="1"/>
              <a:t>tilbyder</a:t>
            </a:r>
            <a:r>
              <a:rPr lang="en-DK" dirty="0"/>
              <a:t> de services</a:t>
            </a:r>
          </a:p>
          <a:p>
            <a:endParaRPr lang="en-DK" dirty="0"/>
          </a:p>
          <a:p>
            <a:r>
              <a:rPr lang="en-DK" dirty="0"/>
              <a:t>Som default er det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meget</a:t>
            </a:r>
            <a:r>
              <a:rPr lang="en-DK" dirty="0"/>
              <a:t> </a:t>
            </a:r>
            <a:r>
              <a:rPr lang="en-DK" dirty="0" err="1"/>
              <a:t>sikkert</a:t>
            </a:r>
            <a:r>
              <a:rPr lang="en-DK" dirty="0"/>
              <a:t> da der </a:t>
            </a:r>
            <a:r>
              <a:rPr lang="en-DK" dirty="0" err="1"/>
              <a:t>ikke</a:t>
            </a:r>
            <a:r>
              <a:rPr lang="en-DK" dirty="0"/>
              <a:t> er </a:t>
            </a:r>
            <a:r>
              <a:rPr lang="en-DK" dirty="0" err="1"/>
              <a:t>nogen</a:t>
            </a:r>
            <a:r>
              <a:rPr lang="en-DK" dirty="0"/>
              <a:t> </a:t>
            </a:r>
            <a:r>
              <a:rPr lang="en-DK" dirty="0" err="1"/>
              <a:t>kryptering</a:t>
            </a:r>
            <a:r>
              <a:rPr lang="en-DK" dirty="0"/>
              <a:t>, </a:t>
            </a:r>
            <a:r>
              <a:rPr lang="en-DK" dirty="0" err="1"/>
              <a:t>hvilket</a:t>
            </a:r>
            <a:r>
              <a:rPr lang="en-DK" dirty="0"/>
              <a:t> </a:t>
            </a:r>
            <a:r>
              <a:rPr lang="en-DK" dirty="0" err="1"/>
              <a:t>vil</a:t>
            </a:r>
            <a:r>
              <a:rPr lang="en-DK" dirty="0"/>
              <a:t> </a:t>
            </a:r>
            <a:r>
              <a:rPr lang="en-DK" dirty="0" err="1"/>
              <a:t>sige</a:t>
            </a:r>
            <a:r>
              <a:rPr lang="en-DK" dirty="0"/>
              <a:t> at du </a:t>
            </a:r>
            <a:r>
              <a:rPr lang="en-DK" dirty="0" err="1"/>
              <a:t>kan</a:t>
            </a:r>
            <a:r>
              <a:rPr lang="en-DK" dirty="0"/>
              <a:t> se alt der </a:t>
            </a:r>
            <a:r>
              <a:rPr lang="en-DK" dirty="0" err="1"/>
              <a:t>bliver</a:t>
            </a:r>
            <a:r>
              <a:rPr lang="en-DK" dirty="0"/>
              <a:t> </a:t>
            </a:r>
            <a:r>
              <a:rPr lang="en-DK" dirty="0" err="1"/>
              <a:t>sendt</a:t>
            </a:r>
            <a:r>
              <a:rPr lang="en-DK" dirty="0"/>
              <a:t> </a:t>
            </a:r>
            <a:r>
              <a:rPr lang="en-DK" dirty="0" err="1"/>
              <a:t>frem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tilbage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klar</a:t>
            </a:r>
            <a:r>
              <a:rPr lang="en-DK" dirty="0"/>
              <a:t> </a:t>
            </a:r>
            <a:r>
              <a:rPr lang="en-DK" dirty="0" err="1"/>
              <a:t>tekst</a:t>
            </a:r>
            <a:r>
              <a:rPr lang="en-DK" dirty="0"/>
              <a:t>.</a:t>
            </a:r>
          </a:p>
          <a:p>
            <a:r>
              <a:rPr lang="en-DK" dirty="0"/>
              <a:t>TLS/SSL er </a:t>
            </a:r>
            <a:r>
              <a:rPr lang="en-DK" dirty="0" err="1"/>
              <a:t>svaret</a:t>
            </a:r>
            <a:r>
              <a:rPr lang="en-DK" dirty="0"/>
              <a:t>, da det </a:t>
            </a:r>
            <a:r>
              <a:rPr lang="en-DK" dirty="0" err="1"/>
              <a:t>kan</a:t>
            </a:r>
            <a:r>
              <a:rPr lang="en-DK" dirty="0"/>
              <a:t> </a:t>
            </a:r>
            <a:r>
              <a:rPr lang="en-DK" dirty="0" err="1"/>
              <a:t>blive</a:t>
            </a:r>
            <a:r>
              <a:rPr lang="en-DK" dirty="0"/>
              <a:t> </a:t>
            </a:r>
            <a:r>
              <a:rPr lang="en-DK" dirty="0" err="1"/>
              <a:t>lagt</a:t>
            </a:r>
            <a:r>
              <a:rPr lang="en-DK" dirty="0"/>
              <a:t> oven </a:t>
            </a:r>
            <a:r>
              <a:rPr lang="en-DK" dirty="0" err="1"/>
              <a:t>på</a:t>
            </a:r>
            <a:r>
              <a:rPr lang="en-DK" dirty="0"/>
              <a:t> TCP for at </a:t>
            </a:r>
            <a:r>
              <a:rPr lang="en-DK" dirty="0" err="1"/>
              <a:t>kryptere</a:t>
            </a:r>
            <a:r>
              <a:rPr lang="en-DK" dirty="0"/>
              <a:t> </a:t>
            </a:r>
            <a:r>
              <a:rPr lang="en-DK" dirty="0" err="1"/>
              <a:t>kommunicationen</a:t>
            </a:r>
            <a:r>
              <a:rPr lang="en-DK" dirty="0"/>
              <a:t>.</a:t>
            </a:r>
            <a:br>
              <a:rPr lang="en-DK" dirty="0"/>
            </a:br>
            <a:br>
              <a:rPr lang="en-DK" dirty="0"/>
            </a:br>
            <a:r>
              <a:rPr lang="en-DK" dirty="0"/>
              <a:t>3-way handshake:</a:t>
            </a:r>
            <a:br>
              <a:rPr lang="en-DK" dirty="0"/>
            </a:br>
            <a:r>
              <a:rPr lang="en-US" b="1" dirty="0"/>
              <a:t>Client → Server:</a:t>
            </a:r>
            <a:r>
              <a:rPr lang="en-US" dirty="0"/>
              <a:t> sends a </a:t>
            </a:r>
            <a:r>
              <a:rPr lang="en-US" b="1" dirty="0"/>
              <a:t>SYN</a:t>
            </a:r>
            <a:r>
              <a:rPr lang="en-US" dirty="0"/>
              <a:t> packet to request a connection.</a:t>
            </a:r>
          </a:p>
          <a:p>
            <a:r>
              <a:rPr lang="en-US" b="1" dirty="0"/>
              <a:t>Server → Client:</a:t>
            </a:r>
            <a:r>
              <a:rPr lang="en-US" dirty="0"/>
              <a:t> replies with </a:t>
            </a:r>
            <a:r>
              <a:rPr lang="en-US" b="1" dirty="0"/>
              <a:t>SYN-ACK</a:t>
            </a:r>
            <a:r>
              <a:rPr lang="en-US" dirty="0"/>
              <a:t> if it’s listening on that port.</a:t>
            </a:r>
          </a:p>
          <a:p>
            <a:r>
              <a:rPr lang="en-US" b="1" dirty="0"/>
              <a:t>Client → Server:</a:t>
            </a:r>
            <a:r>
              <a:rPr lang="en-US" dirty="0"/>
              <a:t> responds with </a:t>
            </a:r>
            <a:r>
              <a:rPr lang="en-US" b="1" dirty="0"/>
              <a:t>ACK</a:t>
            </a:r>
            <a:r>
              <a:rPr lang="en-US" dirty="0"/>
              <a:t> to complete the handshake.</a:t>
            </a:r>
          </a:p>
          <a:p>
            <a:endParaRPr lang="en-DK" dirty="0"/>
          </a:p>
          <a:p>
            <a:r>
              <a:rPr lang="en-GB" b="0" dirty="0"/>
              <a:t>TCP/IP er </a:t>
            </a:r>
            <a:r>
              <a:rPr lang="en-GB" b="0" dirty="0" err="1"/>
              <a:t>ikke</a:t>
            </a:r>
            <a:r>
              <a:rPr lang="en-GB" b="0" dirty="0"/>
              <a:t> </a:t>
            </a:r>
            <a:r>
              <a:rPr lang="en-GB" b="0" dirty="0" err="1"/>
              <a:t>kun</a:t>
            </a:r>
            <a:r>
              <a:rPr lang="en-GB" b="0" dirty="0"/>
              <a:t> </a:t>
            </a:r>
            <a:r>
              <a:rPr lang="en-GB" b="0" dirty="0" err="1"/>
              <a:t>en</a:t>
            </a:r>
            <a:r>
              <a:rPr lang="en-GB" b="0" dirty="0"/>
              <a:t> </a:t>
            </a:r>
            <a:r>
              <a:rPr lang="en-GB" b="0" dirty="0" err="1"/>
              <a:t>teoretisk</a:t>
            </a:r>
            <a:r>
              <a:rPr lang="en-GB" b="0" dirty="0"/>
              <a:t> model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OSI </a:t>
            </a:r>
            <a:r>
              <a:rPr lang="en-DK" b="0" dirty="0" err="1"/>
              <a:t>modellen</a:t>
            </a:r>
            <a:r>
              <a:rPr lang="en-GB" b="0" dirty="0"/>
              <a:t>, men </a:t>
            </a:r>
            <a:r>
              <a:rPr lang="en-DK" b="0" dirty="0"/>
              <a:t>den </a:t>
            </a:r>
            <a:r>
              <a:rPr lang="en-GB" b="0" dirty="0" err="1"/>
              <a:t>protokolstack</a:t>
            </a:r>
            <a:r>
              <a:rPr lang="en-GB" b="0" dirty="0"/>
              <a:t>, </a:t>
            </a:r>
            <a:r>
              <a:rPr lang="en-GB" b="0" dirty="0" err="1"/>
              <a:t>som</a:t>
            </a:r>
            <a:r>
              <a:rPr lang="en-GB" b="0" dirty="0"/>
              <a:t> </a:t>
            </a:r>
            <a:r>
              <a:rPr lang="en-GB" b="0" dirty="0" err="1"/>
              <a:t>internettet</a:t>
            </a:r>
            <a:r>
              <a:rPr lang="en-GB" b="0" dirty="0"/>
              <a:t> </a:t>
            </a:r>
            <a:r>
              <a:rPr lang="en-GB" b="0" dirty="0" err="1"/>
              <a:t>bygger</a:t>
            </a:r>
            <a:r>
              <a:rPr lang="en-GB" b="0" dirty="0"/>
              <a:t> </a:t>
            </a:r>
            <a:r>
              <a:rPr lang="en-GB" b="0" dirty="0" err="1"/>
              <a:t>på</a:t>
            </a:r>
            <a:r>
              <a:rPr lang="en-GB" b="0" dirty="0"/>
              <a:t>.</a:t>
            </a:r>
          </a:p>
          <a:p>
            <a:r>
              <a:rPr lang="en-GB" b="0" dirty="0"/>
              <a:t>Alle </a:t>
            </a:r>
            <a:r>
              <a:rPr lang="en-GB" b="0" dirty="0" err="1"/>
              <a:t>computere</a:t>
            </a:r>
            <a:r>
              <a:rPr lang="en-GB" b="0" dirty="0"/>
              <a:t>, </a:t>
            </a:r>
            <a:r>
              <a:rPr lang="en-GB" b="0" dirty="0" err="1"/>
              <a:t>routere</a:t>
            </a:r>
            <a:r>
              <a:rPr lang="en-GB" b="0" dirty="0"/>
              <a:t> </a:t>
            </a:r>
            <a:r>
              <a:rPr lang="en-GB" b="0" dirty="0" err="1"/>
              <a:t>og</a:t>
            </a:r>
            <a:r>
              <a:rPr lang="en-GB" b="0" dirty="0"/>
              <a:t> </a:t>
            </a:r>
            <a:r>
              <a:rPr lang="en-GB" b="0" dirty="0" err="1"/>
              <a:t>servere</a:t>
            </a:r>
            <a:r>
              <a:rPr lang="en-GB" b="0" dirty="0"/>
              <a:t> </a:t>
            </a:r>
            <a:r>
              <a:rPr lang="en-GB" b="0" dirty="0" err="1"/>
              <a:t>bruger</a:t>
            </a:r>
            <a:r>
              <a:rPr lang="en-GB" b="0" dirty="0"/>
              <a:t> TCP/IP-</a:t>
            </a:r>
            <a:r>
              <a:rPr lang="en-GB" b="0" dirty="0" err="1"/>
              <a:t>protokoller</a:t>
            </a:r>
            <a:r>
              <a:rPr lang="en-GB" b="0" dirty="0"/>
              <a:t> </a:t>
            </a:r>
            <a:r>
              <a:rPr lang="en-GB" b="0" dirty="0" err="1"/>
              <a:t>som</a:t>
            </a:r>
            <a:r>
              <a:rPr lang="en-GB" b="0" dirty="0"/>
              <a:t> IP, TCP, UDP, HTTP, DNS </a:t>
            </a:r>
            <a:r>
              <a:rPr lang="en-GB" b="0" dirty="0" err="1"/>
              <a:t>osv</a:t>
            </a:r>
            <a:r>
              <a:rPr lang="en-GB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dirty="0"/>
              <a:t>Kombinerer lag 5-7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a</a:t>
            </a:r>
            <a:r>
              <a:rPr lang="da-DK" b="0" dirty="0"/>
              <a:t>pplikations</a:t>
            </a:r>
            <a:r>
              <a:rPr lang="en-DK" b="0" dirty="0"/>
              <a:t> </a:t>
            </a:r>
            <a:r>
              <a:rPr lang="en-DK" b="0" dirty="0" err="1"/>
              <a:t>laget</a:t>
            </a:r>
            <a:r>
              <a:rPr lang="da-DK" sz="1200" b="0" dirty="0"/>
              <a:t> og lag 1-2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n</a:t>
            </a:r>
            <a:r>
              <a:rPr lang="da-DK" b="0" dirty="0"/>
              <a:t>etværks lag</a:t>
            </a:r>
            <a:r>
              <a:rPr lang="en-DK" b="0" dirty="0"/>
              <a:t>et</a:t>
            </a:r>
            <a:r>
              <a:rPr lang="da-DK" sz="1200" b="0" dirty="0"/>
              <a:t> fra OSI.</a:t>
            </a:r>
            <a:br>
              <a:rPr lang="en-DK" b="1" dirty="0"/>
            </a:br>
            <a:br>
              <a:rPr lang="en-DK" b="1" dirty="0"/>
            </a:br>
            <a:r>
              <a:rPr lang="da-DK" b="1" dirty="0"/>
              <a:t>Sende data med TCP/IP:</a:t>
            </a:r>
          </a:p>
          <a:p>
            <a:r>
              <a:rPr lang="da-DK" b="1" dirty="0"/>
              <a:t>Applikations lag:</a:t>
            </a:r>
            <a:r>
              <a:rPr lang="da-DK" dirty="0"/>
              <a:t> Forbereder data, med protokoller som HTTP, FTP. Bestemt af applikationen.</a:t>
            </a:r>
          </a:p>
          <a:p>
            <a:r>
              <a:rPr lang="da-DK" b="1" dirty="0"/>
              <a:t>Transport lag:</a:t>
            </a:r>
            <a:r>
              <a:rPr lang="da-DK" dirty="0"/>
              <a:t> Bryder dataen op i segmenter og sikre dataens integritet med TCP, eller hurtig data transmission med UDP</a:t>
            </a:r>
          </a:p>
          <a:p>
            <a:r>
              <a:rPr lang="da-DK" b="1" dirty="0"/>
              <a:t>Internet lag:</a:t>
            </a:r>
            <a:r>
              <a:rPr lang="da-DK" dirty="0"/>
              <a:t> Tilføjer IP-header med afsender- og modtager-IP (packets) og finder den bedste rute gennem netværket til destinationen.</a:t>
            </a:r>
          </a:p>
          <a:p>
            <a:r>
              <a:rPr lang="da-DK" b="1" dirty="0"/>
              <a:t>Netværks lag:</a:t>
            </a:r>
            <a:r>
              <a:rPr lang="da-DK" dirty="0"/>
              <a:t> Tilføjer MAC-header med afsender- og modtager-MAC (frames) og sender dem over det fysiske netværk.</a:t>
            </a:r>
          </a:p>
          <a:p>
            <a:endParaRPr lang="da-DK" dirty="0"/>
          </a:p>
          <a:p>
            <a:r>
              <a:rPr lang="da-DK" b="1" dirty="0"/>
              <a:t>Modtage data med TCP/IP:</a:t>
            </a:r>
          </a:p>
          <a:p>
            <a:r>
              <a:rPr lang="da-DK" b="1" dirty="0"/>
              <a:t>Netværks lag: </a:t>
            </a:r>
            <a:r>
              <a:rPr lang="da-DK" dirty="0"/>
              <a:t>Modtager bits eller frames fra netværket, og sammensætter frames til packets igen,som kan vidregives til næste lag.</a:t>
            </a:r>
          </a:p>
          <a:p>
            <a:r>
              <a:rPr lang="da-DK" b="1" dirty="0"/>
              <a:t>Internet lag:</a:t>
            </a:r>
            <a:r>
              <a:rPr lang="da-DK" dirty="0"/>
              <a:t> Tjekker om modtager-IP svarer til den lokale enhed, fjerner ip headeren og vidregiver segmentet til næste lag.</a:t>
            </a:r>
          </a:p>
          <a:p>
            <a:r>
              <a:rPr lang="da-DK" b="1" dirty="0"/>
              <a:t>Transport lag:</a:t>
            </a:r>
            <a:r>
              <a:rPr lang="da-DK" dirty="0"/>
              <a:t> Sammensætter alle segmenterne til det fulde datasæt, tjekker for fejl og sikre at dataen er hel.</a:t>
            </a:r>
          </a:p>
          <a:p>
            <a:r>
              <a:rPr lang="da-DK" dirty="0"/>
              <a:t>Applikations lag: Sender Dataen til den rigtige application. Dette kunne være at vise hjemmesiden man har åbnet.</a:t>
            </a:r>
            <a:endParaRPr lang="en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1721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1" dirty="0"/>
              <a:t>Client </a:t>
            </a:r>
            <a:r>
              <a:rPr lang="en-DK" b="1" dirty="0" err="1"/>
              <a:t>kode</a:t>
            </a:r>
            <a:r>
              <a:rPr lang="en-DK" b="1" dirty="0"/>
              <a:t>:</a:t>
            </a:r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1: importer socket </a:t>
            </a:r>
            <a:r>
              <a:rPr lang="en-DK" b="0" dirty="0" err="1"/>
              <a:t>biblioteket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3-4: Definer </a:t>
            </a:r>
            <a:r>
              <a:rPr lang="en-DK" b="0" dirty="0" err="1"/>
              <a:t>serverens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6-7: </a:t>
            </a:r>
            <a:r>
              <a:rPr lang="en-DK" b="0" dirty="0" err="1"/>
              <a:t>Opræt</a:t>
            </a:r>
            <a:r>
              <a:rPr lang="en-DK" b="0" dirty="0"/>
              <a:t> et </a:t>
            </a:r>
            <a:r>
              <a:rPr lang="en-DK" b="0" dirty="0" err="1"/>
              <a:t>nyt</a:t>
            </a:r>
            <a:r>
              <a:rPr lang="en-DK" b="0" dirty="0"/>
              <a:t>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st</a:t>
            </a:r>
            <a:r>
              <a:rPr lang="en-US" b="0" dirty="0"/>
              <a:t>a</a:t>
            </a:r>
            <a:r>
              <a:rPr lang="en-DK" b="0" dirty="0"/>
              <a:t>r for at </a:t>
            </a:r>
            <a:r>
              <a:rPr lang="en-DK" b="0" dirty="0" err="1"/>
              <a:t>sende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modtage</a:t>
            </a:r>
            <a:r>
              <a:rPr lang="en-DK" b="0" dirty="0"/>
              <a:t> data. </a:t>
            </a:r>
            <a:r>
              <a:rPr lang="en-DK" b="0" dirty="0" err="1"/>
              <a:t>Derefter</a:t>
            </a:r>
            <a:r>
              <a:rPr lang="en-DK" b="0" dirty="0"/>
              <a:t> connect det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9: Print statement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11-18: Start </a:t>
            </a:r>
            <a:r>
              <a:rPr lang="en-DK" b="0" dirty="0" err="1"/>
              <a:t>af</a:t>
            </a:r>
            <a:r>
              <a:rPr lang="en-DK" b="0" dirty="0"/>
              <a:t> while true loop. Tag input </a:t>
            </a:r>
            <a:r>
              <a:rPr lang="en-DK" b="0" dirty="0" err="1"/>
              <a:t>fra</a:t>
            </a:r>
            <a:r>
              <a:rPr lang="en-DK" b="0" dirty="0"/>
              <a:t> </a:t>
            </a:r>
            <a:r>
              <a:rPr lang="en-DK" b="0" dirty="0" err="1"/>
              <a:t>brugeren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send det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, vent </a:t>
            </a:r>
            <a:r>
              <a:rPr lang="en-DK" b="0" dirty="0" err="1"/>
              <a:t>på</a:t>
            </a:r>
            <a:r>
              <a:rPr lang="en-DK" b="0" dirty="0"/>
              <a:t> </a:t>
            </a:r>
            <a:r>
              <a:rPr lang="en-DK" b="0" dirty="0" err="1"/>
              <a:t>responce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print det. </a:t>
            </a:r>
            <a:r>
              <a:rPr lang="en-DK" b="0" dirty="0" err="1"/>
              <a:t>Hvis</a:t>
            </a:r>
            <a:r>
              <a:rPr lang="en-DK" b="0" dirty="0"/>
              <a:t>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 er “q” </a:t>
            </a:r>
            <a:r>
              <a:rPr lang="en-DK" b="0" dirty="0" err="1"/>
              <a:t>så</a:t>
            </a:r>
            <a:r>
              <a:rPr lang="en-DK" b="0" dirty="0"/>
              <a:t> </a:t>
            </a:r>
            <a:r>
              <a:rPr lang="en-DK" b="0" dirty="0" err="1"/>
              <a:t>luk</a:t>
            </a:r>
            <a:r>
              <a:rPr lang="en-DK" b="0" dirty="0"/>
              <a:t> </a:t>
            </a:r>
            <a:r>
              <a:rPr lang="en-DK" b="0" dirty="0" err="1"/>
              <a:t>forbindelsen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.</a:t>
            </a:r>
          </a:p>
          <a:p>
            <a:r>
              <a:rPr lang="en-US" b="0" dirty="0"/>
              <a:t>R</a:t>
            </a:r>
            <a:r>
              <a:rPr lang="en-DK" b="0" dirty="0" err="1"/>
              <a:t>ecv</a:t>
            </a:r>
            <a:r>
              <a:rPr lang="en-DK" b="0" dirty="0"/>
              <a:t>(1024) er </a:t>
            </a:r>
            <a:r>
              <a:rPr lang="en-DK" b="0" dirty="0" err="1"/>
              <a:t>hvor</a:t>
            </a:r>
            <a:r>
              <a:rPr lang="en-DK" b="0" dirty="0"/>
              <a:t> mange bytes der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blive</a:t>
            </a:r>
            <a:r>
              <a:rPr lang="en-DK" b="0" dirty="0"/>
              <a:t> </a:t>
            </a:r>
            <a:r>
              <a:rPr lang="en-DK" b="0" dirty="0" err="1"/>
              <a:t>læst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gangen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1" dirty="0"/>
              <a:t>Server </a:t>
            </a:r>
            <a:r>
              <a:rPr lang="en-DK" b="1" dirty="0" err="1"/>
              <a:t>kode</a:t>
            </a:r>
            <a:r>
              <a:rPr lang="en-DK" b="1" dirty="0"/>
              <a:t>:</a:t>
            </a:r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1: importer socker </a:t>
            </a:r>
            <a:r>
              <a:rPr lang="en-DK" b="0" dirty="0" err="1"/>
              <a:t>biblioteket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3-4: Definer </a:t>
            </a:r>
            <a:r>
              <a:rPr lang="en-DK" b="0" dirty="0" err="1"/>
              <a:t>serverens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</a:t>
            </a:r>
          </a:p>
          <a:p>
            <a:endParaRPr lang="en-DK" b="1" dirty="0"/>
          </a:p>
          <a:p>
            <a:r>
              <a:rPr lang="en-DK" b="0" dirty="0" err="1"/>
              <a:t>Linje</a:t>
            </a:r>
            <a:r>
              <a:rPr lang="en-DK" b="0" dirty="0"/>
              <a:t> 6-8: </a:t>
            </a:r>
            <a:r>
              <a:rPr lang="en-DK" b="0" dirty="0" err="1"/>
              <a:t>Opræt</a:t>
            </a:r>
            <a:r>
              <a:rPr lang="en-DK" b="0" dirty="0"/>
              <a:t> et </a:t>
            </a:r>
            <a:r>
              <a:rPr lang="en-DK" b="0" dirty="0" err="1"/>
              <a:t>nyt</a:t>
            </a:r>
            <a:r>
              <a:rPr lang="en-DK" b="0" dirty="0"/>
              <a:t>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st</a:t>
            </a:r>
            <a:r>
              <a:rPr lang="en-US" b="0" dirty="0"/>
              <a:t>a</a:t>
            </a:r>
            <a:r>
              <a:rPr lang="en-DK" b="0" dirty="0"/>
              <a:t>r for at </a:t>
            </a:r>
            <a:r>
              <a:rPr lang="en-DK" b="0" dirty="0" err="1"/>
              <a:t>sende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modtage</a:t>
            </a:r>
            <a:r>
              <a:rPr lang="en-DK" b="0" dirty="0"/>
              <a:t> data. Giv det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 Start med at </a:t>
            </a:r>
            <a:r>
              <a:rPr lang="en-DK" b="0" dirty="0" err="1"/>
              <a:t>lytte</a:t>
            </a:r>
            <a:r>
              <a:rPr lang="en-DK" b="0" dirty="0"/>
              <a:t> </a:t>
            </a:r>
            <a:r>
              <a:rPr lang="en-DK" b="0" dirty="0" err="1"/>
              <a:t>efter</a:t>
            </a:r>
            <a:r>
              <a:rPr lang="en-DK" b="0" dirty="0"/>
              <a:t> </a:t>
            </a:r>
            <a:r>
              <a:rPr lang="en-DK" b="0" dirty="0" err="1"/>
              <a:t>clienter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10: print statement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12: Venter </a:t>
            </a:r>
            <a:r>
              <a:rPr lang="en-DK" b="0" dirty="0" err="1"/>
              <a:t>på</a:t>
            </a:r>
            <a:r>
              <a:rPr lang="en-DK" b="0" dirty="0"/>
              <a:t> </a:t>
            </a:r>
            <a:r>
              <a:rPr lang="en-DK" b="0" dirty="0" err="1"/>
              <a:t>clienter</a:t>
            </a:r>
            <a:r>
              <a:rPr lang="en-DK" b="0" dirty="0"/>
              <a:t>, </a:t>
            </a:r>
            <a:r>
              <a:rPr lang="en-DK" b="0" dirty="0" err="1"/>
              <a:t>når</a:t>
            </a:r>
            <a:r>
              <a:rPr lang="en-DK" b="0" dirty="0"/>
              <a:t>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prøver</a:t>
            </a:r>
            <a:r>
              <a:rPr lang="en-DK" b="0" dirty="0"/>
              <a:t> at </a:t>
            </a:r>
            <a:r>
              <a:rPr lang="en-DK" b="0" dirty="0" err="1"/>
              <a:t>forbinde</a:t>
            </a:r>
            <a:r>
              <a:rPr lang="en-DK" b="0" dirty="0"/>
              <a:t>, </a:t>
            </a:r>
            <a:r>
              <a:rPr lang="en-DK" b="0" dirty="0" err="1"/>
              <a:t>definere</a:t>
            </a:r>
            <a:r>
              <a:rPr lang="en-DK" b="0" dirty="0"/>
              <a:t> den conn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addr</a:t>
            </a:r>
            <a:r>
              <a:rPr lang="en-DK" b="0" dirty="0"/>
              <a:t>. </a:t>
            </a:r>
            <a:r>
              <a:rPr lang="en-US" b="0" dirty="0"/>
              <a:t>A</a:t>
            </a:r>
            <a:r>
              <a:rPr lang="en-DK" b="0" dirty="0" err="1"/>
              <a:t>ddr</a:t>
            </a:r>
            <a:r>
              <a:rPr lang="en-DK" b="0" dirty="0"/>
              <a:t> er client info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brugt</a:t>
            </a:r>
            <a:r>
              <a:rPr lang="en-DK" b="0" dirty="0"/>
              <a:t> port. </a:t>
            </a:r>
            <a:r>
              <a:rPr lang="en-US" b="0" dirty="0"/>
              <a:t>C</a:t>
            </a:r>
            <a:r>
              <a:rPr lang="en-DK" b="0" dirty="0" err="1"/>
              <a:t>onn</a:t>
            </a:r>
            <a:r>
              <a:rPr lang="en-DK" b="0" dirty="0"/>
              <a:t> er et </a:t>
            </a:r>
            <a:r>
              <a:rPr lang="en-DK" b="0" dirty="0" err="1"/>
              <a:t>nyt</a:t>
            </a:r>
            <a:r>
              <a:rPr lang="en-DK" b="0" dirty="0"/>
              <a:t>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kt,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bruges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at </a:t>
            </a:r>
            <a:r>
              <a:rPr lang="en-DK" b="0" dirty="0" err="1"/>
              <a:t>sende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modtage</a:t>
            </a:r>
            <a:r>
              <a:rPr lang="en-DK" b="0" dirty="0"/>
              <a:t> data med den </a:t>
            </a:r>
            <a:r>
              <a:rPr lang="en-DK" b="0" dirty="0" err="1"/>
              <a:t>klient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15-16: Start et while true loop, </a:t>
            </a:r>
            <a:r>
              <a:rPr lang="en-DK" b="0" dirty="0" err="1"/>
              <a:t>og</a:t>
            </a:r>
            <a:r>
              <a:rPr lang="en-DK" b="0" dirty="0"/>
              <a:t> vent </a:t>
            </a:r>
            <a:r>
              <a:rPr lang="en-DK" b="0" dirty="0" err="1"/>
              <a:t>på</a:t>
            </a:r>
            <a:r>
              <a:rPr lang="en-DK" b="0" dirty="0"/>
              <a:t> at </a:t>
            </a:r>
            <a:r>
              <a:rPr lang="en-DK" b="0" dirty="0" err="1"/>
              <a:t>clienten</a:t>
            </a:r>
            <a:r>
              <a:rPr lang="en-DK" b="0" dirty="0"/>
              <a:t> sender data.</a:t>
            </a:r>
          </a:p>
          <a:p>
            <a:r>
              <a:rPr lang="en-US" b="0" dirty="0"/>
              <a:t>R</a:t>
            </a:r>
            <a:r>
              <a:rPr lang="en-DK" b="0" dirty="0" err="1"/>
              <a:t>ecv</a:t>
            </a:r>
            <a:r>
              <a:rPr lang="en-DK" b="0" dirty="0"/>
              <a:t>(1024) er </a:t>
            </a:r>
            <a:r>
              <a:rPr lang="en-DK" b="0" dirty="0" err="1"/>
              <a:t>hvor</a:t>
            </a:r>
            <a:r>
              <a:rPr lang="en-DK" b="0" dirty="0"/>
              <a:t> mange bytes der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blive</a:t>
            </a:r>
            <a:r>
              <a:rPr lang="en-DK" b="0" dirty="0"/>
              <a:t> </a:t>
            </a:r>
            <a:r>
              <a:rPr lang="en-DK" b="0" dirty="0" err="1"/>
              <a:t>læst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gangen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18-22: </a:t>
            </a:r>
            <a:r>
              <a:rPr lang="en-DK" b="0" dirty="0" err="1"/>
              <a:t>Hvis</a:t>
            </a:r>
            <a:r>
              <a:rPr lang="en-DK" b="0" dirty="0"/>
              <a:t> den data er “q” </a:t>
            </a:r>
            <a:r>
              <a:rPr lang="en-DK" b="0" dirty="0" err="1"/>
              <a:t>så</a:t>
            </a:r>
            <a:r>
              <a:rPr lang="en-DK" b="0" dirty="0"/>
              <a:t> send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tilbage</a:t>
            </a:r>
            <a:r>
              <a:rPr lang="en-DK" b="0" dirty="0"/>
              <a:t> stop </a:t>
            </a:r>
            <a:r>
              <a:rPr lang="en-DK" b="0" dirty="0" err="1"/>
              <a:t>forbindelsen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stop </a:t>
            </a:r>
            <a:r>
              <a:rPr lang="en-DK" b="0" dirty="0" err="1"/>
              <a:t>programmet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24: </a:t>
            </a:r>
            <a:r>
              <a:rPr lang="en-DK" b="0" dirty="0" err="1"/>
              <a:t>hvis</a:t>
            </a:r>
            <a:r>
              <a:rPr lang="en-DK" b="0" dirty="0"/>
              <a:t> </a:t>
            </a:r>
            <a:r>
              <a:rPr lang="en-DK" b="0" dirty="0" err="1"/>
              <a:t>ikke</a:t>
            </a:r>
            <a:r>
              <a:rPr lang="en-DK" b="0" dirty="0"/>
              <a:t> </a:t>
            </a:r>
            <a:r>
              <a:rPr lang="en-DK" b="0" dirty="0" err="1"/>
              <a:t>så</a:t>
            </a:r>
            <a:r>
              <a:rPr lang="en-DK" b="0" dirty="0"/>
              <a:t> print </a:t>
            </a:r>
            <a:r>
              <a:rPr lang="en-DK" b="0" dirty="0" err="1"/>
              <a:t>klientens</a:t>
            </a:r>
            <a:r>
              <a:rPr lang="en-DK" b="0" dirty="0"/>
              <a:t> data.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26-27: Send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tilbage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klienten</a:t>
            </a:r>
            <a:r>
              <a:rPr lang="en-DK" b="0" dirty="0"/>
              <a:t>.</a:t>
            </a:r>
            <a:endParaRPr lang="da-D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8891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Wireshark bruges til: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Netværksanalyse.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Opfange netværkstrafik med henblik på at analysere og fejlfinde.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Spore mistænkelig trafik.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Dokumentere netværkstrafik.</a:t>
            </a:r>
            <a:endParaRPr lang="da-DK" b="0" dirty="0"/>
          </a:p>
          <a:p>
            <a:br>
              <a:rPr lang="en-DK" dirty="0"/>
            </a:br>
            <a:r>
              <a:rPr lang="en-DK" dirty="0"/>
              <a:t>3-way handshake:</a:t>
            </a:r>
            <a:br>
              <a:rPr lang="en-DK" dirty="0"/>
            </a:br>
            <a:r>
              <a:rPr lang="en-US" b="1" dirty="0"/>
              <a:t>Client → Server:</a:t>
            </a:r>
            <a:r>
              <a:rPr lang="en-US" dirty="0"/>
              <a:t> sends a </a:t>
            </a:r>
            <a:r>
              <a:rPr lang="en-US" b="1" dirty="0"/>
              <a:t>SYN</a:t>
            </a:r>
            <a:r>
              <a:rPr lang="en-US" dirty="0"/>
              <a:t> packet to request a connection.</a:t>
            </a:r>
          </a:p>
          <a:p>
            <a:r>
              <a:rPr lang="en-US" b="1" dirty="0"/>
              <a:t>Server → Client:</a:t>
            </a:r>
            <a:r>
              <a:rPr lang="en-US" dirty="0"/>
              <a:t> replies with </a:t>
            </a:r>
            <a:r>
              <a:rPr lang="en-US" b="1" dirty="0"/>
              <a:t>SYN-ACK</a:t>
            </a:r>
            <a:r>
              <a:rPr lang="en-US" dirty="0"/>
              <a:t> if it’s listening on that port.</a:t>
            </a:r>
          </a:p>
          <a:p>
            <a:r>
              <a:rPr lang="en-US" b="1" dirty="0"/>
              <a:t>Client → Server:</a:t>
            </a:r>
            <a:r>
              <a:rPr lang="en-US" dirty="0"/>
              <a:t> responds with </a:t>
            </a:r>
            <a:r>
              <a:rPr lang="en-US" b="1" dirty="0"/>
              <a:t>ACK</a:t>
            </a:r>
            <a:r>
              <a:rPr lang="en-US" dirty="0"/>
              <a:t> to complete the handshake.</a:t>
            </a:r>
          </a:p>
          <a:p>
            <a:endParaRPr lang="en-DK" dirty="0"/>
          </a:p>
          <a:p>
            <a:r>
              <a:rPr lang="en-GB" b="0" dirty="0"/>
              <a:t>TCP/IP er </a:t>
            </a:r>
            <a:r>
              <a:rPr lang="en-GB" b="0" dirty="0" err="1"/>
              <a:t>ikke</a:t>
            </a:r>
            <a:r>
              <a:rPr lang="en-GB" b="0" dirty="0"/>
              <a:t> </a:t>
            </a:r>
            <a:r>
              <a:rPr lang="en-GB" b="0" dirty="0" err="1"/>
              <a:t>kun</a:t>
            </a:r>
            <a:r>
              <a:rPr lang="en-GB" b="0" dirty="0"/>
              <a:t> </a:t>
            </a:r>
            <a:r>
              <a:rPr lang="en-GB" b="0" dirty="0" err="1"/>
              <a:t>en</a:t>
            </a:r>
            <a:r>
              <a:rPr lang="en-GB" b="0" dirty="0"/>
              <a:t> </a:t>
            </a:r>
            <a:r>
              <a:rPr lang="en-GB" b="0" dirty="0" err="1"/>
              <a:t>teoretisk</a:t>
            </a:r>
            <a:r>
              <a:rPr lang="en-GB" b="0" dirty="0"/>
              <a:t> model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OSI </a:t>
            </a:r>
            <a:r>
              <a:rPr lang="en-DK" b="0" dirty="0" err="1"/>
              <a:t>modellen</a:t>
            </a:r>
            <a:r>
              <a:rPr lang="en-GB" b="0" dirty="0"/>
              <a:t>, men </a:t>
            </a:r>
            <a:r>
              <a:rPr lang="en-DK" b="0" dirty="0"/>
              <a:t>den </a:t>
            </a:r>
            <a:r>
              <a:rPr lang="en-GB" b="0" dirty="0" err="1"/>
              <a:t>protokolstack</a:t>
            </a:r>
            <a:r>
              <a:rPr lang="en-GB" b="0" dirty="0"/>
              <a:t>, </a:t>
            </a:r>
            <a:r>
              <a:rPr lang="en-GB" b="0" dirty="0" err="1"/>
              <a:t>som</a:t>
            </a:r>
            <a:r>
              <a:rPr lang="en-GB" b="0" dirty="0"/>
              <a:t> </a:t>
            </a:r>
            <a:r>
              <a:rPr lang="en-GB" b="0" dirty="0" err="1"/>
              <a:t>internettet</a:t>
            </a:r>
            <a:r>
              <a:rPr lang="en-GB" b="0" dirty="0"/>
              <a:t> </a:t>
            </a:r>
            <a:r>
              <a:rPr lang="en-GB" b="0" dirty="0" err="1"/>
              <a:t>bygger</a:t>
            </a:r>
            <a:r>
              <a:rPr lang="en-GB" b="0" dirty="0"/>
              <a:t> </a:t>
            </a:r>
            <a:r>
              <a:rPr lang="en-GB" b="0" dirty="0" err="1"/>
              <a:t>på</a:t>
            </a:r>
            <a:r>
              <a:rPr lang="en-GB" b="0" dirty="0"/>
              <a:t>.</a:t>
            </a:r>
          </a:p>
          <a:p>
            <a:r>
              <a:rPr lang="en-GB" b="0" dirty="0"/>
              <a:t>Alle </a:t>
            </a:r>
            <a:r>
              <a:rPr lang="en-GB" b="0" dirty="0" err="1"/>
              <a:t>computere</a:t>
            </a:r>
            <a:r>
              <a:rPr lang="en-GB" b="0" dirty="0"/>
              <a:t>, </a:t>
            </a:r>
            <a:r>
              <a:rPr lang="en-GB" b="0" dirty="0" err="1"/>
              <a:t>routere</a:t>
            </a:r>
            <a:r>
              <a:rPr lang="en-GB" b="0" dirty="0"/>
              <a:t> </a:t>
            </a:r>
            <a:r>
              <a:rPr lang="en-GB" b="0" dirty="0" err="1"/>
              <a:t>og</a:t>
            </a:r>
            <a:r>
              <a:rPr lang="en-GB" b="0" dirty="0"/>
              <a:t> </a:t>
            </a:r>
            <a:r>
              <a:rPr lang="en-GB" b="0" dirty="0" err="1"/>
              <a:t>servere</a:t>
            </a:r>
            <a:r>
              <a:rPr lang="en-GB" b="0" dirty="0"/>
              <a:t> </a:t>
            </a:r>
            <a:r>
              <a:rPr lang="en-GB" b="0" dirty="0" err="1"/>
              <a:t>bruger</a:t>
            </a:r>
            <a:r>
              <a:rPr lang="en-GB" b="0" dirty="0"/>
              <a:t> TCP/IP-</a:t>
            </a:r>
            <a:r>
              <a:rPr lang="en-GB" b="0" dirty="0" err="1"/>
              <a:t>protokoller</a:t>
            </a:r>
            <a:r>
              <a:rPr lang="en-GB" b="0" dirty="0"/>
              <a:t> </a:t>
            </a:r>
            <a:r>
              <a:rPr lang="en-GB" b="0" dirty="0" err="1"/>
              <a:t>som</a:t>
            </a:r>
            <a:r>
              <a:rPr lang="en-GB" b="0" dirty="0"/>
              <a:t> IP, TCP, UDP, HTTP, DNS </a:t>
            </a:r>
            <a:r>
              <a:rPr lang="en-GB" b="0" dirty="0" err="1"/>
              <a:t>osv</a:t>
            </a:r>
            <a:r>
              <a:rPr lang="en-GB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dirty="0"/>
              <a:t>Kombinerer lag 5-7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a</a:t>
            </a:r>
            <a:r>
              <a:rPr lang="da-DK" b="0" dirty="0"/>
              <a:t>pplikations</a:t>
            </a:r>
            <a:r>
              <a:rPr lang="en-DK" b="0" dirty="0"/>
              <a:t> </a:t>
            </a:r>
            <a:r>
              <a:rPr lang="en-DK" b="0" dirty="0" err="1"/>
              <a:t>laget</a:t>
            </a:r>
            <a:r>
              <a:rPr lang="da-DK" sz="1200" b="0" dirty="0"/>
              <a:t> og lag 1-2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n</a:t>
            </a:r>
            <a:r>
              <a:rPr lang="da-DK" b="0" dirty="0"/>
              <a:t>etværks lag</a:t>
            </a:r>
            <a:r>
              <a:rPr lang="en-DK" b="0" dirty="0"/>
              <a:t>et</a:t>
            </a:r>
            <a:r>
              <a:rPr lang="da-DK" sz="1200" b="0" dirty="0"/>
              <a:t> fra OSI.</a:t>
            </a:r>
            <a:br>
              <a:rPr lang="en-DK" b="1" dirty="0"/>
            </a:br>
            <a:br>
              <a:rPr lang="en-DK" b="1" dirty="0"/>
            </a:br>
            <a:r>
              <a:rPr lang="da-DK" b="1" dirty="0"/>
              <a:t>Sende data med TCP/IP:</a:t>
            </a:r>
          </a:p>
          <a:p>
            <a:r>
              <a:rPr lang="da-DK" b="1" dirty="0"/>
              <a:t>Applikations lag:</a:t>
            </a:r>
            <a:r>
              <a:rPr lang="da-DK" dirty="0"/>
              <a:t> Forbereder data, med protokoller som HTTP, FTP. Bestemt af applikationen.</a:t>
            </a:r>
          </a:p>
          <a:p>
            <a:r>
              <a:rPr lang="da-DK" b="1" dirty="0"/>
              <a:t>Transport lag:</a:t>
            </a:r>
            <a:r>
              <a:rPr lang="da-DK" dirty="0"/>
              <a:t> Bryder dataen op i segmenter og sikre dataens integritet med TCP, eller hurtig data transmission med UDP</a:t>
            </a:r>
          </a:p>
          <a:p>
            <a:r>
              <a:rPr lang="da-DK" b="1" dirty="0"/>
              <a:t>Internet lag:</a:t>
            </a:r>
            <a:r>
              <a:rPr lang="da-DK" dirty="0"/>
              <a:t> Tilføjer IP-header med afsender- og modtager-IP (packets) og finder den bedste rute gennem netværket til destinationen.</a:t>
            </a:r>
          </a:p>
          <a:p>
            <a:r>
              <a:rPr lang="da-DK" b="1" dirty="0"/>
              <a:t>Netværks lag:</a:t>
            </a:r>
            <a:r>
              <a:rPr lang="da-DK" dirty="0"/>
              <a:t> Tilføjer MAC-header med afsender- og modtager-MAC (frames) og sender dem over det fysiske netværk.</a:t>
            </a:r>
          </a:p>
          <a:p>
            <a:endParaRPr lang="da-DK" dirty="0"/>
          </a:p>
          <a:p>
            <a:r>
              <a:rPr lang="da-DK" b="1" dirty="0"/>
              <a:t>Modtage data med TCP/IP:</a:t>
            </a:r>
          </a:p>
          <a:p>
            <a:r>
              <a:rPr lang="da-DK" b="1" dirty="0"/>
              <a:t>Netværks lag: </a:t>
            </a:r>
            <a:r>
              <a:rPr lang="da-DK" dirty="0"/>
              <a:t>Modtager bits eller frames fra netværket, og sammensætter frames til packets igen,som kan vidregives til næste lag.</a:t>
            </a:r>
          </a:p>
          <a:p>
            <a:r>
              <a:rPr lang="da-DK" b="1" dirty="0"/>
              <a:t>Internet lag:</a:t>
            </a:r>
            <a:r>
              <a:rPr lang="da-DK" dirty="0"/>
              <a:t> Tjekker om modtager-IP svarer til den lokale enhed, fjerner ip headeren og vidregiver segmentet til næste lag.</a:t>
            </a:r>
          </a:p>
          <a:p>
            <a:r>
              <a:rPr lang="da-DK" b="1" dirty="0"/>
              <a:t>Transport lag:</a:t>
            </a:r>
            <a:r>
              <a:rPr lang="da-DK" dirty="0"/>
              <a:t> Sammensætter alle segmenterne til det fulde datasæt, tjekker for fejl og sikre at dataen er hel.</a:t>
            </a:r>
          </a:p>
          <a:p>
            <a:r>
              <a:rPr lang="da-DK" dirty="0"/>
              <a:t>Applikations lag: Sender Dataen til den rigtige application. Dette kunne være at vise hjemmesiden man har åbnet.</a:t>
            </a:r>
            <a:endParaRPr lang="en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004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9B75-B6F9-D32A-F52C-9DF25D1D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09FC8-1AA2-D0F8-83DA-EFD6A2C47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5E81F-D364-6E74-CA78-88C43FA44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1" dirty="0"/>
              <a:t>Client </a:t>
            </a:r>
            <a:r>
              <a:rPr lang="en-DK" b="1" dirty="0" err="1"/>
              <a:t>kode</a:t>
            </a:r>
            <a:r>
              <a:rPr lang="en-DK" b="1" dirty="0"/>
              <a:t>:</a:t>
            </a:r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1: importer socket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ssl</a:t>
            </a:r>
            <a:r>
              <a:rPr lang="en-DK" b="0" dirty="0"/>
              <a:t> </a:t>
            </a:r>
            <a:r>
              <a:rPr lang="en-DK" b="0" dirty="0" err="1"/>
              <a:t>biblioteket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3-4: Definer </a:t>
            </a:r>
            <a:r>
              <a:rPr lang="en-DK" b="0" dirty="0" err="1"/>
              <a:t>serverens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</a:t>
            </a:r>
          </a:p>
          <a:p>
            <a:endParaRPr lang="en-DK" dirty="0"/>
          </a:p>
          <a:p>
            <a:r>
              <a:rPr lang="en-DK" dirty="0" err="1"/>
              <a:t>Linje</a:t>
            </a:r>
            <a:r>
              <a:rPr lang="en-DK" dirty="0"/>
              <a:t> 7-9:  Det </a:t>
            </a:r>
            <a:r>
              <a:rPr lang="en-DK" dirty="0" err="1"/>
              <a:t>bliver</a:t>
            </a:r>
            <a:r>
              <a:rPr lang="en-DK" dirty="0"/>
              <a:t> </a:t>
            </a:r>
            <a:r>
              <a:rPr lang="en-DK" dirty="0" err="1"/>
              <a:t>lavet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SSL context </a:t>
            </a:r>
            <a:r>
              <a:rPr lang="en-DK" dirty="0" err="1"/>
              <a:t>som</a:t>
            </a:r>
            <a:r>
              <a:rPr lang="en-DK" dirty="0"/>
              <a:t> er </a:t>
            </a:r>
            <a:r>
              <a:rPr lang="en-DK" dirty="0" err="1"/>
              <a:t>en</a:t>
            </a:r>
            <a:r>
              <a:rPr lang="en-DK" dirty="0"/>
              <a:t> form for </a:t>
            </a:r>
            <a:r>
              <a:rPr lang="en-DK" dirty="0" err="1"/>
              <a:t>konfiugration</a:t>
            </a:r>
            <a:r>
              <a:rPr lang="en-DK" dirty="0"/>
              <a:t> </a:t>
            </a:r>
            <a:r>
              <a:rPr lang="en-DK" dirty="0" err="1"/>
              <a:t>til</a:t>
            </a:r>
            <a:r>
              <a:rPr lang="en-DK" dirty="0"/>
              <a:t> SSL. </a:t>
            </a:r>
            <a:r>
              <a:rPr lang="en-DK" dirty="0" err="1"/>
              <a:t>Så</a:t>
            </a:r>
            <a:r>
              <a:rPr lang="en-DK" dirty="0"/>
              <a:t> </a:t>
            </a:r>
            <a:r>
              <a:rPr lang="en-DK" dirty="0" err="1"/>
              <a:t>siger</a:t>
            </a:r>
            <a:r>
              <a:rPr lang="en-DK" dirty="0"/>
              <a:t> </a:t>
            </a:r>
            <a:r>
              <a:rPr lang="en-DK" dirty="0" err="1"/>
              <a:t>jeg</a:t>
            </a:r>
            <a:r>
              <a:rPr lang="en-DK" dirty="0"/>
              <a:t> at den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skal</a:t>
            </a:r>
            <a:r>
              <a:rPr lang="en-DK" dirty="0"/>
              <a:t> </a:t>
            </a:r>
            <a:r>
              <a:rPr lang="en-DK" dirty="0" err="1"/>
              <a:t>tjekke</a:t>
            </a:r>
            <a:r>
              <a:rPr lang="en-DK" dirty="0"/>
              <a:t> om </a:t>
            </a:r>
            <a:r>
              <a:rPr lang="en-DK" dirty="0" err="1"/>
              <a:t>serveren</a:t>
            </a:r>
            <a:r>
              <a:rPr lang="en-DK" dirty="0"/>
              <a:t> hostname macher </a:t>
            </a:r>
            <a:r>
              <a:rPr lang="en-DK" dirty="0" err="1"/>
              <a:t>hostnamet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den </a:t>
            </a:r>
            <a:r>
              <a:rPr lang="en-DK" dirty="0" err="1"/>
              <a:t>certifikat</a:t>
            </a:r>
            <a:r>
              <a:rPr lang="en-DK" dirty="0"/>
              <a:t>. </a:t>
            </a:r>
            <a:r>
              <a:rPr lang="en-US" dirty="0"/>
              <a:t>O</a:t>
            </a:r>
            <a:r>
              <a:rPr lang="en-DK" dirty="0"/>
              <a:t>g at den </a:t>
            </a:r>
            <a:r>
              <a:rPr lang="en-DK" dirty="0" err="1"/>
              <a:t>slet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skal</a:t>
            </a:r>
            <a:r>
              <a:rPr lang="en-DK" dirty="0"/>
              <a:t> </a:t>
            </a:r>
            <a:r>
              <a:rPr lang="en-DK" dirty="0" err="1"/>
              <a:t>tjekke</a:t>
            </a:r>
            <a:r>
              <a:rPr lang="en-DK" dirty="0"/>
              <a:t> </a:t>
            </a:r>
            <a:r>
              <a:rPr lang="en-DK" dirty="0" err="1"/>
              <a:t>serverens</a:t>
            </a:r>
            <a:r>
              <a:rPr lang="en-DK" dirty="0"/>
              <a:t> </a:t>
            </a:r>
            <a:r>
              <a:rPr lang="en-DK" dirty="0" err="1"/>
              <a:t>certifikat</a:t>
            </a:r>
            <a:r>
              <a:rPr lang="en-DK" dirty="0"/>
              <a:t>, da det er et self signed cert,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har</a:t>
            </a:r>
            <a:r>
              <a:rPr lang="en-DK" dirty="0"/>
              <a:t> </a:t>
            </a:r>
            <a:r>
              <a:rPr lang="en-DK" dirty="0" err="1"/>
              <a:t>noget</a:t>
            </a:r>
            <a:r>
              <a:rPr lang="en-DK" dirty="0"/>
              <a:t> CA (</a:t>
            </a:r>
            <a:r>
              <a:rPr lang="en-DK" dirty="0" err="1"/>
              <a:t>Certifikate</a:t>
            </a:r>
            <a:r>
              <a:rPr lang="en-DK" dirty="0"/>
              <a:t> authority).</a:t>
            </a:r>
          </a:p>
          <a:p>
            <a:endParaRPr lang="en-DK" dirty="0"/>
          </a:p>
          <a:p>
            <a:r>
              <a:rPr lang="en-DK" dirty="0" err="1"/>
              <a:t>Linje</a:t>
            </a:r>
            <a:r>
              <a:rPr lang="en-DK" dirty="0"/>
              <a:t> 11-12: </a:t>
            </a:r>
            <a:r>
              <a:rPr lang="en-DK" dirty="0" err="1"/>
              <a:t>Skaber</a:t>
            </a:r>
            <a:r>
              <a:rPr lang="en-DK" dirty="0"/>
              <a:t> et socket </a:t>
            </a:r>
            <a:r>
              <a:rPr lang="en-DK" dirty="0" err="1"/>
              <a:t>obje</a:t>
            </a:r>
            <a:r>
              <a:rPr lang="en-US" dirty="0"/>
              <a:t>c</a:t>
            </a:r>
            <a:r>
              <a:rPr lang="en-DK" dirty="0"/>
              <a:t>t,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automatisk</a:t>
            </a:r>
            <a:r>
              <a:rPr lang="en-DK" dirty="0"/>
              <a:t> connecter </a:t>
            </a:r>
            <a:r>
              <a:rPr lang="en-DK" dirty="0" err="1"/>
              <a:t>til</a:t>
            </a:r>
            <a:r>
              <a:rPr lang="en-DK" dirty="0"/>
              <a:t> </a:t>
            </a:r>
            <a:r>
              <a:rPr lang="en-DK" dirty="0" err="1"/>
              <a:t>serveren</a:t>
            </a:r>
            <a:r>
              <a:rPr lang="en-DK" dirty="0"/>
              <a:t> </a:t>
            </a:r>
            <a:r>
              <a:rPr lang="en-DK" dirty="0" err="1"/>
              <a:t>på</a:t>
            </a:r>
            <a:r>
              <a:rPr lang="en-DK" dirty="0"/>
              <a:t> IP </a:t>
            </a:r>
            <a:r>
              <a:rPr lang="en-DK" dirty="0" err="1"/>
              <a:t>og</a:t>
            </a:r>
            <a:r>
              <a:rPr lang="en-DK" dirty="0"/>
              <a:t> port. Den </a:t>
            </a:r>
            <a:r>
              <a:rPr lang="en-DK" dirty="0" err="1"/>
              <a:t>bliver</a:t>
            </a:r>
            <a:r>
              <a:rPr lang="en-DK" dirty="0"/>
              <a:t> </a:t>
            </a:r>
            <a:r>
              <a:rPr lang="en-DK" dirty="0" err="1"/>
              <a:t>wrappet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et SSL socket, </a:t>
            </a:r>
            <a:r>
              <a:rPr lang="en-DK" dirty="0" err="1"/>
              <a:t>så</a:t>
            </a:r>
            <a:r>
              <a:rPr lang="en-DK" dirty="0"/>
              <a:t> alt b</a:t>
            </a:r>
            <a:r>
              <a:rPr lang="en-US" dirty="0" err="1"/>
              <a:t>ur</a:t>
            </a:r>
            <a:r>
              <a:rPr lang="en-DK" dirty="0"/>
              <a:t>ger </a:t>
            </a:r>
            <a:r>
              <a:rPr lang="en-DK" dirty="0" err="1"/>
              <a:t>ssock</a:t>
            </a:r>
            <a:r>
              <a:rPr lang="en-DK" dirty="0"/>
              <a:t> (secure socket)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stedet</a:t>
            </a:r>
            <a:r>
              <a:rPr lang="en-DK" dirty="0"/>
              <a:t> for sock.</a:t>
            </a:r>
          </a:p>
          <a:p>
            <a:br>
              <a:rPr lang="en-DK" dirty="0"/>
            </a:br>
            <a:r>
              <a:rPr lang="en-DK" b="0" dirty="0" err="1"/>
              <a:t>Linje</a:t>
            </a:r>
            <a:r>
              <a:rPr lang="en-DK" b="0" dirty="0"/>
              <a:t> 13: Print statement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15-22: Start </a:t>
            </a:r>
            <a:r>
              <a:rPr lang="en-DK" b="0" dirty="0" err="1"/>
              <a:t>af</a:t>
            </a:r>
            <a:r>
              <a:rPr lang="en-DK" b="0" dirty="0"/>
              <a:t> while true loop. Tag input </a:t>
            </a:r>
            <a:r>
              <a:rPr lang="en-DK" b="0" dirty="0" err="1"/>
              <a:t>fra</a:t>
            </a:r>
            <a:r>
              <a:rPr lang="en-DK" b="0" dirty="0"/>
              <a:t> </a:t>
            </a:r>
            <a:r>
              <a:rPr lang="en-DK" b="0" dirty="0" err="1"/>
              <a:t>brugeren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send det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, vent </a:t>
            </a:r>
            <a:r>
              <a:rPr lang="en-DK" b="0" dirty="0" err="1"/>
              <a:t>på</a:t>
            </a:r>
            <a:r>
              <a:rPr lang="en-DK" b="0" dirty="0"/>
              <a:t> </a:t>
            </a:r>
            <a:r>
              <a:rPr lang="en-DK" b="0" dirty="0" err="1"/>
              <a:t>responce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print det. </a:t>
            </a:r>
            <a:r>
              <a:rPr lang="en-DK" b="0" dirty="0" err="1"/>
              <a:t>Hvis</a:t>
            </a:r>
            <a:r>
              <a:rPr lang="en-DK" b="0" dirty="0"/>
              <a:t>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 er “q” </a:t>
            </a:r>
            <a:r>
              <a:rPr lang="en-DK" b="0" dirty="0" err="1"/>
              <a:t>så</a:t>
            </a:r>
            <a:r>
              <a:rPr lang="en-DK" b="0" dirty="0"/>
              <a:t> </a:t>
            </a:r>
            <a:r>
              <a:rPr lang="en-DK" b="0" dirty="0" err="1"/>
              <a:t>luk</a:t>
            </a:r>
            <a:r>
              <a:rPr lang="en-DK" b="0" dirty="0"/>
              <a:t> </a:t>
            </a:r>
            <a:r>
              <a:rPr lang="en-DK" b="0" dirty="0" err="1"/>
              <a:t>forbindelsen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serveren</a:t>
            </a:r>
            <a:r>
              <a:rPr lang="en-DK" b="0" dirty="0"/>
              <a:t>.</a:t>
            </a:r>
          </a:p>
          <a:p>
            <a:r>
              <a:rPr lang="en-US" b="0" dirty="0"/>
              <a:t>R</a:t>
            </a:r>
            <a:r>
              <a:rPr lang="en-DK" b="0" dirty="0" err="1"/>
              <a:t>ecv</a:t>
            </a:r>
            <a:r>
              <a:rPr lang="en-DK" b="0" dirty="0"/>
              <a:t>(1024) er </a:t>
            </a:r>
            <a:r>
              <a:rPr lang="en-DK" b="0" dirty="0" err="1"/>
              <a:t>hvor</a:t>
            </a:r>
            <a:r>
              <a:rPr lang="en-DK" b="0" dirty="0"/>
              <a:t> mange bytes der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blive</a:t>
            </a:r>
            <a:r>
              <a:rPr lang="en-DK" b="0" dirty="0"/>
              <a:t> </a:t>
            </a:r>
            <a:r>
              <a:rPr lang="en-DK" b="0" dirty="0" err="1"/>
              <a:t>læst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gangen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1" dirty="0"/>
              <a:t>Server </a:t>
            </a:r>
            <a:r>
              <a:rPr lang="en-DK" b="1" dirty="0" err="1"/>
              <a:t>kode</a:t>
            </a:r>
            <a:r>
              <a:rPr lang="en-DK" b="1" dirty="0"/>
              <a:t>:</a:t>
            </a:r>
          </a:p>
          <a:p>
            <a:r>
              <a:rPr lang="en-DK" b="0" dirty="0" err="1"/>
              <a:t>Linje</a:t>
            </a:r>
            <a:r>
              <a:rPr lang="en-DK" b="0" dirty="0"/>
              <a:t> 1: importer socket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ssl</a:t>
            </a:r>
            <a:r>
              <a:rPr lang="en-DK" b="0" dirty="0"/>
              <a:t> </a:t>
            </a:r>
            <a:r>
              <a:rPr lang="en-DK" b="0" dirty="0" err="1"/>
              <a:t>biblioteket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3-4: Definer </a:t>
            </a:r>
            <a:r>
              <a:rPr lang="en-DK" b="0" dirty="0" err="1"/>
              <a:t>serverens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7-8: </a:t>
            </a:r>
            <a:r>
              <a:rPr lang="en-DK" dirty="0"/>
              <a:t>Det </a:t>
            </a:r>
            <a:r>
              <a:rPr lang="en-DK" dirty="0" err="1"/>
              <a:t>bliver</a:t>
            </a:r>
            <a:r>
              <a:rPr lang="en-DK" dirty="0"/>
              <a:t> </a:t>
            </a:r>
            <a:r>
              <a:rPr lang="en-DK" dirty="0" err="1"/>
              <a:t>lavet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SSL context </a:t>
            </a:r>
            <a:r>
              <a:rPr lang="en-DK" dirty="0" err="1"/>
              <a:t>som</a:t>
            </a:r>
            <a:r>
              <a:rPr lang="en-DK" dirty="0"/>
              <a:t> er </a:t>
            </a:r>
            <a:r>
              <a:rPr lang="en-DK" dirty="0" err="1"/>
              <a:t>en</a:t>
            </a:r>
            <a:r>
              <a:rPr lang="en-DK" dirty="0"/>
              <a:t> form for </a:t>
            </a:r>
            <a:r>
              <a:rPr lang="en-DK" dirty="0" err="1"/>
              <a:t>konfiugration</a:t>
            </a:r>
            <a:r>
              <a:rPr lang="en-DK" dirty="0"/>
              <a:t> </a:t>
            </a:r>
            <a:r>
              <a:rPr lang="en-DK" dirty="0" err="1"/>
              <a:t>til</a:t>
            </a:r>
            <a:r>
              <a:rPr lang="en-DK" dirty="0"/>
              <a:t> SSL, det </a:t>
            </a:r>
            <a:r>
              <a:rPr lang="en-DK" dirty="0" err="1"/>
              <a:t>bliver</a:t>
            </a:r>
            <a:r>
              <a:rPr lang="en-DK" dirty="0"/>
              <a:t> sat </a:t>
            </a:r>
            <a:r>
              <a:rPr lang="en-DK" dirty="0" err="1"/>
              <a:t>til</a:t>
            </a:r>
            <a:r>
              <a:rPr lang="en-DK" dirty="0"/>
              <a:t> TLS/SSL server. </a:t>
            </a:r>
            <a:r>
              <a:rPr lang="en-DK" dirty="0" err="1"/>
              <a:t>Så</a:t>
            </a:r>
            <a:r>
              <a:rPr lang="en-DK" dirty="0"/>
              <a:t> </a:t>
            </a:r>
            <a:r>
              <a:rPr lang="en-DK" dirty="0" err="1"/>
              <a:t>bliver</a:t>
            </a:r>
            <a:r>
              <a:rPr lang="en-DK" dirty="0"/>
              <a:t> den config </a:t>
            </a:r>
            <a:r>
              <a:rPr lang="en-DK" dirty="0" err="1"/>
              <a:t>fodret</a:t>
            </a:r>
            <a:r>
              <a:rPr lang="en-DK" dirty="0"/>
              <a:t> med </a:t>
            </a:r>
            <a:r>
              <a:rPr lang="en-DK" dirty="0" err="1"/>
              <a:t>certafikat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privat</a:t>
            </a:r>
            <a:r>
              <a:rPr lang="en-DK" dirty="0"/>
              <a:t> </a:t>
            </a:r>
            <a:r>
              <a:rPr lang="en-DK" dirty="0" err="1"/>
              <a:t>nøgle</a:t>
            </a:r>
            <a:r>
              <a:rPr lang="en-DK" dirty="0"/>
              <a:t>.</a:t>
            </a:r>
          </a:p>
          <a:p>
            <a:r>
              <a:rPr lang="en-US" b="0" dirty="0"/>
              <a:t>C</a:t>
            </a:r>
            <a:r>
              <a:rPr lang="en-DK" b="0" dirty="0" err="1"/>
              <a:t>ert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nøgle</a:t>
            </a:r>
            <a:r>
              <a:rPr lang="en-DK" b="0" dirty="0"/>
              <a:t> </a:t>
            </a:r>
            <a:r>
              <a:rPr lang="en-DK" b="0" dirty="0" err="1"/>
              <a:t>bliver</a:t>
            </a:r>
            <a:r>
              <a:rPr lang="en-DK" b="0" dirty="0"/>
              <a:t> </a:t>
            </a:r>
            <a:r>
              <a:rPr lang="en-DK" b="0" dirty="0" err="1"/>
              <a:t>lavet</a:t>
            </a:r>
            <a:r>
              <a:rPr lang="en-DK" b="0" dirty="0"/>
              <a:t> med </a:t>
            </a:r>
            <a:r>
              <a:rPr lang="en-DK" b="0" dirty="0" err="1"/>
              <a:t>denne</a:t>
            </a:r>
            <a:r>
              <a:rPr lang="en-DK" b="0" dirty="0"/>
              <a:t> </a:t>
            </a:r>
            <a:r>
              <a:rPr lang="en-DK" b="0" dirty="0" err="1"/>
              <a:t>kommando</a:t>
            </a:r>
            <a:r>
              <a:rPr lang="en-DK" b="0" dirty="0"/>
              <a:t>: </a:t>
            </a:r>
            <a:r>
              <a:rPr lang="en-US" b="0" dirty="0" err="1"/>
              <a:t>openssl</a:t>
            </a:r>
            <a:r>
              <a:rPr lang="en-US" b="0" dirty="0"/>
              <a:t> req -x509 -</a:t>
            </a:r>
            <a:r>
              <a:rPr lang="en-US" b="0" dirty="0" err="1"/>
              <a:t>newkey</a:t>
            </a:r>
            <a:r>
              <a:rPr lang="en-US" b="0" dirty="0"/>
              <a:t> rsa:2048 -</a:t>
            </a:r>
            <a:r>
              <a:rPr lang="en-US" b="0" dirty="0" err="1"/>
              <a:t>keyout</a:t>
            </a:r>
            <a:r>
              <a:rPr lang="en-US" b="0" dirty="0"/>
              <a:t> </a:t>
            </a:r>
            <a:r>
              <a:rPr lang="en-US" b="0" dirty="0" err="1"/>
              <a:t>key.pem</a:t>
            </a:r>
            <a:r>
              <a:rPr lang="en-US" b="0" dirty="0"/>
              <a:t> -out </a:t>
            </a:r>
            <a:r>
              <a:rPr lang="en-US" b="0" dirty="0" err="1"/>
              <a:t>cert.pem</a:t>
            </a:r>
            <a:r>
              <a:rPr lang="en-US" b="0" dirty="0"/>
              <a:t> -days 365 -nodes -subj "/CN=localhost“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10: </a:t>
            </a:r>
            <a:r>
              <a:rPr lang="en-DK" b="0" dirty="0" err="1"/>
              <a:t>Skaber</a:t>
            </a:r>
            <a:r>
              <a:rPr lang="en-DK" b="0" dirty="0"/>
              <a:t> et socket </a:t>
            </a:r>
            <a:r>
              <a:rPr lang="en-DK" b="0" dirty="0" err="1"/>
              <a:t>objekt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b</a:t>
            </a:r>
            <a:r>
              <a:rPr lang="en-US" b="0" dirty="0" err="1"/>
              <a:t>ur</a:t>
            </a:r>
            <a:r>
              <a:rPr lang="en-DK" b="0" dirty="0"/>
              <a:t>ger TCP/IP med IPv4.</a:t>
            </a:r>
          </a:p>
          <a:p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11-12: Giv det </a:t>
            </a:r>
            <a:r>
              <a:rPr lang="en-DK" b="0" dirty="0" err="1"/>
              <a:t>objekt</a:t>
            </a:r>
            <a:r>
              <a:rPr lang="en-DK" b="0" dirty="0"/>
              <a:t>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port. Start med at </a:t>
            </a:r>
            <a:r>
              <a:rPr lang="en-DK" b="0" dirty="0" err="1"/>
              <a:t>lytte</a:t>
            </a:r>
            <a:r>
              <a:rPr lang="en-DK" b="0" dirty="0"/>
              <a:t> </a:t>
            </a:r>
            <a:r>
              <a:rPr lang="en-DK" b="0" dirty="0" err="1"/>
              <a:t>efter</a:t>
            </a:r>
            <a:r>
              <a:rPr lang="en-DK" b="0" dirty="0"/>
              <a:t> </a:t>
            </a:r>
            <a:r>
              <a:rPr lang="en-DK" b="0" dirty="0" err="1"/>
              <a:t>clienter</a:t>
            </a:r>
            <a:r>
              <a:rPr lang="en-DK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13: Print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15: while true loop 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16: Venter </a:t>
            </a:r>
            <a:r>
              <a:rPr lang="en-DK" b="0" dirty="0" err="1"/>
              <a:t>på</a:t>
            </a:r>
            <a:r>
              <a:rPr lang="en-DK" b="0" dirty="0"/>
              <a:t> </a:t>
            </a:r>
            <a:r>
              <a:rPr lang="en-DK" b="0" dirty="0" err="1"/>
              <a:t>clienter</a:t>
            </a:r>
            <a:r>
              <a:rPr lang="en-DK" b="0" dirty="0"/>
              <a:t>, </a:t>
            </a:r>
            <a:r>
              <a:rPr lang="en-DK" b="0" dirty="0" err="1"/>
              <a:t>når</a:t>
            </a:r>
            <a:r>
              <a:rPr lang="en-DK" b="0" dirty="0"/>
              <a:t>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prøver</a:t>
            </a:r>
            <a:r>
              <a:rPr lang="en-DK" b="0" dirty="0"/>
              <a:t> at </a:t>
            </a:r>
            <a:r>
              <a:rPr lang="en-DK" b="0" dirty="0" err="1"/>
              <a:t>forbinde</a:t>
            </a:r>
            <a:r>
              <a:rPr lang="en-DK" b="0" dirty="0"/>
              <a:t>, </a:t>
            </a:r>
            <a:r>
              <a:rPr lang="en-DK" b="0" dirty="0" err="1"/>
              <a:t>definere</a:t>
            </a:r>
            <a:r>
              <a:rPr lang="en-DK" b="0" dirty="0"/>
              <a:t> den conn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addr</a:t>
            </a:r>
            <a:r>
              <a:rPr lang="en-DK" b="0" dirty="0"/>
              <a:t>. </a:t>
            </a:r>
            <a:r>
              <a:rPr lang="en-US" b="0" dirty="0"/>
              <a:t>A</a:t>
            </a:r>
            <a:r>
              <a:rPr lang="en-DK" b="0" dirty="0" err="1"/>
              <a:t>ddr</a:t>
            </a:r>
            <a:r>
              <a:rPr lang="en-DK" b="0" dirty="0"/>
              <a:t> er client info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ip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brugt</a:t>
            </a:r>
            <a:r>
              <a:rPr lang="en-DK" b="0" dirty="0"/>
              <a:t> port. </a:t>
            </a:r>
            <a:r>
              <a:rPr lang="en-US" b="0" dirty="0"/>
              <a:t>C</a:t>
            </a:r>
            <a:r>
              <a:rPr lang="en-DK" b="0" dirty="0" err="1"/>
              <a:t>onn</a:t>
            </a:r>
            <a:r>
              <a:rPr lang="en-DK" b="0" dirty="0"/>
              <a:t> er et </a:t>
            </a:r>
            <a:r>
              <a:rPr lang="en-DK" b="0" dirty="0" err="1"/>
              <a:t>nyt</a:t>
            </a:r>
            <a:r>
              <a:rPr lang="en-DK" b="0" dirty="0"/>
              <a:t>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kt,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bruges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at </a:t>
            </a:r>
            <a:r>
              <a:rPr lang="en-DK" b="0" dirty="0" err="1"/>
              <a:t>sende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modtage</a:t>
            </a:r>
            <a:r>
              <a:rPr lang="en-DK" b="0" dirty="0"/>
              <a:t> data med den </a:t>
            </a:r>
            <a:r>
              <a:rPr lang="en-DK" b="0" dirty="0" err="1"/>
              <a:t>klient</a:t>
            </a:r>
            <a:r>
              <a:rPr lang="en-DK" b="0" dirty="0"/>
              <a:t>.</a:t>
            </a:r>
          </a:p>
          <a:p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17: Print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 err="1"/>
              <a:t>Linje</a:t>
            </a:r>
            <a:r>
              <a:rPr lang="en-DK" b="0" dirty="0"/>
              <a:t> 18: </a:t>
            </a:r>
            <a:r>
              <a:rPr lang="en-DK" b="0" dirty="0" err="1"/>
              <a:t>Efter</a:t>
            </a:r>
            <a:r>
              <a:rPr lang="en-DK" b="0" dirty="0"/>
              <a:t> der er </a:t>
            </a:r>
            <a:r>
              <a:rPr lang="en-DK" b="0" dirty="0" err="1"/>
              <a:t>skabt</a:t>
            </a:r>
            <a:r>
              <a:rPr lang="en-DK" b="0" dirty="0"/>
              <a:t> </a:t>
            </a:r>
            <a:r>
              <a:rPr lang="en-DK" b="0" dirty="0" err="1"/>
              <a:t>forbindelse</a:t>
            </a:r>
            <a:r>
              <a:rPr lang="en-DK" b="0" dirty="0"/>
              <a:t> </a:t>
            </a:r>
            <a:r>
              <a:rPr lang="en-DK" b="0" dirty="0" err="1"/>
              <a:t>bliver</a:t>
            </a:r>
            <a:r>
              <a:rPr lang="en-DK" b="0" dirty="0"/>
              <a:t> Det conn socket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wrpped</a:t>
            </a:r>
            <a:r>
              <a:rPr lang="en-DK" b="0" dirty="0"/>
              <a:t> </a:t>
            </a:r>
            <a:r>
              <a:rPr lang="en-DK" b="0" dirty="0" err="1"/>
              <a:t>i</a:t>
            </a:r>
            <a:r>
              <a:rPr lang="en-DK" b="0" dirty="0"/>
              <a:t> TLS/SSL,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skaber</a:t>
            </a:r>
            <a:r>
              <a:rPr lang="en-DK" b="0" dirty="0"/>
              <a:t> </a:t>
            </a:r>
            <a:r>
              <a:rPr lang="en-DK" b="0" dirty="0" err="1"/>
              <a:t>ssock</a:t>
            </a:r>
            <a:r>
              <a:rPr lang="en-DK" b="0" dirty="0"/>
              <a:t>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t. Alt </a:t>
            </a:r>
            <a:r>
              <a:rPr lang="en-DK" b="0" dirty="0" err="1"/>
              <a:t>som</a:t>
            </a:r>
            <a:r>
              <a:rPr lang="en-DK" b="0" dirty="0"/>
              <a:t> b</a:t>
            </a:r>
            <a:r>
              <a:rPr lang="en-US" b="0" dirty="0" err="1"/>
              <a:t>ur</a:t>
            </a:r>
            <a:r>
              <a:rPr lang="en-DK" b="0" dirty="0"/>
              <a:t>ger </a:t>
            </a:r>
            <a:r>
              <a:rPr lang="en-DK" b="0" dirty="0" err="1"/>
              <a:t>ssock</a:t>
            </a:r>
            <a:r>
              <a:rPr lang="en-DK" b="0" dirty="0"/>
              <a:t> </a:t>
            </a:r>
            <a:r>
              <a:rPr lang="en-DK" b="0" dirty="0" err="1"/>
              <a:t>bliver</a:t>
            </a:r>
            <a:r>
              <a:rPr lang="en-DK" b="0" dirty="0"/>
              <a:t> </a:t>
            </a:r>
            <a:r>
              <a:rPr lang="en-DK" b="0" dirty="0" err="1"/>
              <a:t>krypteret</a:t>
            </a:r>
            <a:r>
              <a:rPr lang="en-DK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20-21: Start et while true loop, </a:t>
            </a:r>
            <a:r>
              <a:rPr lang="en-DK" b="0" dirty="0" err="1"/>
              <a:t>og</a:t>
            </a:r>
            <a:r>
              <a:rPr lang="en-DK" b="0" dirty="0"/>
              <a:t> vent </a:t>
            </a:r>
            <a:r>
              <a:rPr lang="en-DK" b="0" dirty="0" err="1"/>
              <a:t>på</a:t>
            </a:r>
            <a:r>
              <a:rPr lang="en-DK" b="0" dirty="0"/>
              <a:t> at </a:t>
            </a:r>
            <a:r>
              <a:rPr lang="en-DK" b="0" dirty="0" err="1"/>
              <a:t>clienten</a:t>
            </a:r>
            <a:r>
              <a:rPr lang="en-DK" b="0" dirty="0"/>
              <a:t> sender data.</a:t>
            </a:r>
          </a:p>
          <a:p>
            <a:r>
              <a:rPr lang="en-US" b="0" dirty="0"/>
              <a:t>R</a:t>
            </a:r>
            <a:r>
              <a:rPr lang="en-DK" b="0" dirty="0" err="1"/>
              <a:t>ecv</a:t>
            </a:r>
            <a:r>
              <a:rPr lang="en-DK" b="0" dirty="0"/>
              <a:t>(1024) er </a:t>
            </a:r>
            <a:r>
              <a:rPr lang="en-DK" b="0" dirty="0" err="1"/>
              <a:t>hvor</a:t>
            </a:r>
            <a:r>
              <a:rPr lang="en-DK" b="0" dirty="0"/>
              <a:t> mange bytes der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blive</a:t>
            </a:r>
            <a:r>
              <a:rPr lang="en-DK" b="0" dirty="0"/>
              <a:t> </a:t>
            </a:r>
            <a:r>
              <a:rPr lang="en-DK" b="0" dirty="0" err="1"/>
              <a:t>læst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gangen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23-27: </a:t>
            </a:r>
            <a:r>
              <a:rPr lang="en-DK" b="0" dirty="0" err="1"/>
              <a:t>Hvis</a:t>
            </a:r>
            <a:r>
              <a:rPr lang="en-DK" b="0" dirty="0"/>
              <a:t> den data er “q” </a:t>
            </a:r>
            <a:r>
              <a:rPr lang="en-DK" b="0" dirty="0" err="1"/>
              <a:t>så</a:t>
            </a:r>
            <a:r>
              <a:rPr lang="en-DK" b="0" dirty="0"/>
              <a:t> send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tilbage</a:t>
            </a:r>
            <a:r>
              <a:rPr lang="en-DK" b="0" dirty="0"/>
              <a:t> stop </a:t>
            </a:r>
            <a:r>
              <a:rPr lang="en-DK" b="0" dirty="0" err="1"/>
              <a:t>forbindelsen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stop </a:t>
            </a:r>
            <a:r>
              <a:rPr lang="en-DK" b="0" dirty="0" err="1"/>
              <a:t>programmet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29: </a:t>
            </a:r>
            <a:r>
              <a:rPr lang="en-DK" b="0" dirty="0" err="1"/>
              <a:t>hvis</a:t>
            </a:r>
            <a:r>
              <a:rPr lang="en-DK" b="0" dirty="0"/>
              <a:t> </a:t>
            </a:r>
            <a:r>
              <a:rPr lang="en-DK" b="0" dirty="0" err="1"/>
              <a:t>ikke</a:t>
            </a:r>
            <a:r>
              <a:rPr lang="en-DK" b="0" dirty="0"/>
              <a:t> </a:t>
            </a:r>
            <a:r>
              <a:rPr lang="en-DK" b="0" dirty="0" err="1"/>
              <a:t>så</a:t>
            </a:r>
            <a:r>
              <a:rPr lang="en-DK" b="0" dirty="0"/>
              <a:t> print </a:t>
            </a:r>
            <a:r>
              <a:rPr lang="en-DK" b="0" dirty="0" err="1"/>
              <a:t>klientens</a:t>
            </a:r>
            <a:r>
              <a:rPr lang="en-DK" b="0" dirty="0"/>
              <a:t> data.</a:t>
            </a:r>
          </a:p>
          <a:p>
            <a:endParaRPr lang="en-DK" b="0" dirty="0"/>
          </a:p>
          <a:p>
            <a:r>
              <a:rPr lang="en-DK" b="0" dirty="0" err="1"/>
              <a:t>Linje</a:t>
            </a:r>
            <a:r>
              <a:rPr lang="en-DK" b="0" dirty="0"/>
              <a:t> 31-32: Send </a:t>
            </a:r>
            <a:r>
              <a:rPr lang="en-DK" b="0" dirty="0" err="1"/>
              <a:t>besked</a:t>
            </a:r>
            <a:r>
              <a:rPr lang="en-DK" b="0" dirty="0"/>
              <a:t> </a:t>
            </a:r>
            <a:r>
              <a:rPr lang="en-DK" b="0" dirty="0" err="1"/>
              <a:t>tilbage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klienten</a:t>
            </a:r>
            <a:r>
              <a:rPr lang="en-DK" b="0" dirty="0"/>
              <a:t>.</a:t>
            </a:r>
            <a:endParaRPr lang="da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71C5F-91E9-CA0C-07B2-A08087336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9831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1BA6-20B0-2451-667C-15DCE2EA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6BBFA-F008-C4C8-19EB-21A438A51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D1D06-D11D-A299-EBD5-BBA501098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Wireshark bruges til: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Netværksanalyse.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Opfange netværkstrafik med henblik på at analysere og fejlfinde.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Spore mistænkelig trafik.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Dokumentere netværkstrafik.</a:t>
            </a:r>
            <a:endParaRPr lang="da-DK" b="0" dirty="0"/>
          </a:p>
          <a:p>
            <a:br>
              <a:rPr lang="en-DK" dirty="0"/>
            </a:br>
            <a:r>
              <a:rPr lang="en-DK" dirty="0"/>
              <a:t>3-way handshake:</a:t>
            </a:r>
            <a:br>
              <a:rPr lang="en-DK" dirty="0"/>
            </a:br>
            <a:r>
              <a:rPr lang="en-US" b="1" dirty="0"/>
              <a:t>Client → Server:</a:t>
            </a:r>
            <a:r>
              <a:rPr lang="en-US" dirty="0"/>
              <a:t> sends a </a:t>
            </a:r>
            <a:r>
              <a:rPr lang="en-US" b="1" dirty="0"/>
              <a:t>SYN</a:t>
            </a:r>
            <a:r>
              <a:rPr lang="en-US" dirty="0"/>
              <a:t> packet to request a connection.</a:t>
            </a:r>
          </a:p>
          <a:p>
            <a:r>
              <a:rPr lang="en-US" b="1" dirty="0"/>
              <a:t>Server → Client:</a:t>
            </a:r>
            <a:r>
              <a:rPr lang="en-US" dirty="0"/>
              <a:t> replies with </a:t>
            </a:r>
            <a:r>
              <a:rPr lang="en-US" b="1" dirty="0"/>
              <a:t>SYN-ACK</a:t>
            </a:r>
            <a:r>
              <a:rPr lang="en-US" dirty="0"/>
              <a:t> if it’s listening on that port.</a:t>
            </a:r>
          </a:p>
          <a:p>
            <a:r>
              <a:rPr lang="en-US" b="1" dirty="0"/>
              <a:t>Client → Server:</a:t>
            </a:r>
            <a:r>
              <a:rPr lang="en-US" dirty="0"/>
              <a:t> responds with </a:t>
            </a:r>
            <a:r>
              <a:rPr lang="en-US" b="1" dirty="0"/>
              <a:t>ACK</a:t>
            </a:r>
            <a:r>
              <a:rPr lang="en-US" dirty="0"/>
              <a:t> to complete the handshake.</a:t>
            </a:r>
          </a:p>
          <a:p>
            <a:endParaRPr lang="en-DK" dirty="0"/>
          </a:p>
          <a:p>
            <a:r>
              <a:rPr lang="en-GB" b="0" dirty="0"/>
              <a:t>TCP/IP er </a:t>
            </a:r>
            <a:r>
              <a:rPr lang="en-GB" b="0" dirty="0" err="1"/>
              <a:t>ikke</a:t>
            </a:r>
            <a:r>
              <a:rPr lang="en-GB" b="0" dirty="0"/>
              <a:t> </a:t>
            </a:r>
            <a:r>
              <a:rPr lang="en-GB" b="0" dirty="0" err="1"/>
              <a:t>kun</a:t>
            </a:r>
            <a:r>
              <a:rPr lang="en-GB" b="0" dirty="0"/>
              <a:t> </a:t>
            </a:r>
            <a:r>
              <a:rPr lang="en-GB" b="0" dirty="0" err="1"/>
              <a:t>en</a:t>
            </a:r>
            <a:r>
              <a:rPr lang="en-GB" b="0" dirty="0"/>
              <a:t> </a:t>
            </a:r>
            <a:r>
              <a:rPr lang="en-GB" b="0" dirty="0" err="1"/>
              <a:t>teoretisk</a:t>
            </a:r>
            <a:r>
              <a:rPr lang="en-GB" b="0" dirty="0"/>
              <a:t> model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OSI </a:t>
            </a:r>
            <a:r>
              <a:rPr lang="en-DK" b="0" dirty="0" err="1"/>
              <a:t>modellen</a:t>
            </a:r>
            <a:r>
              <a:rPr lang="en-GB" b="0" dirty="0"/>
              <a:t>, men </a:t>
            </a:r>
            <a:r>
              <a:rPr lang="en-DK" b="0" dirty="0"/>
              <a:t>den </a:t>
            </a:r>
            <a:r>
              <a:rPr lang="en-GB" b="0" dirty="0" err="1"/>
              <a:t>protokolstack</a:t>
            </a:r>
            <a:r>
              <a:rPr lang="en-GB" b="0" dirty="0"/>
              <a:t>, </a:t>
            </a:r>
            <a:r>
              <a:rPr lang="en-GB" b="0" dirty="0" err="1"/>
              <a:t>som</a:t>
            </a:r>
            <a:r>
              <a:rPr lang="en-GB" b="0" dirty="0"/>
              <a:t> </a:t>
            </a:r>
            <a:r>
              <a:rPr lang="en-GB" b="0" dirty="0" err="1"/>
              <a:t>internettet</a:t>
            </a:r>
            <a:r>
              <a:rPr lang="en-GB" b="0" dirty="0"/>
              <a:t> </a:t>
            </a:r>
            <a:r>
              <a:rPr lang="en-GB" b="0" dirty="0" err="1"/>
              <a:t>bygger</a:t>
            </a:r>
            <a:r>
              <a:rPr lang="en-GB" b="0" dirty="0"/>
              <a:t> </a:t>
            </a:r>
            <a:r>
              <a:rPr lang="en-GB" b="0" dirty="0" err="1"/>
              <a:t>på</a:t>
            </a:r>
            <a:r>
              <a:rPr lang="en-GB" b="0" dirty="0"/>
              <a:t>.</a:t>
            </a:r>
          </a:p>
          <a:p>
            <a:r>
              <a:rPr lang="en-GB" b="0" dirty="0"/>
              <a:t>Alle </a:t>
            </a:r>
            <a:r>
              <a:rPr lang="en-GB" b="0" dirty="0" err="1"/>
              <a:t>computere</a:t>
            </a:r>
            <a:r>
              <a:rPr lang="en-GB" b="0" dirty="0"/>
              <a:t>, </a:t>
            </a:r>
            <a:r>
              <a:rPr lang="en-GB" b="0" dirty="0" err="1"/>
              <a:t>routere</a:t>
            </a:r>
            <a:r>
              <a:rPr lang="en-GB" b="0" dirty="0"/>
              <a:t> </a:t>
            </a:r>
            <a:r>
              <a:rPr lang="en-GB" b="0" dirty="0" err="1"/>
              <a:t>og</a:t>
            </a:r>
            <a:r>
              <a:rPr lang="en-GB" b="0" dirty="0"/>
              <a:t> </a:t>
            </a:r>
            <a:r>
              <a:rPr lang="en-GB" b="0" dirty="0" err="1"/>
              <a:t>servere</a:t>
            </a:r>
            <a:r>
              <a:rPr lang="en-GB" b="0" dirty="0"/>
              <a:t> </a:t>
            </a:r>
            <a:r>
              <a:rPr lang="en-GB" b="0" dirty="0" err="1"/>
              <a:t>bruger</a:t>
            </a:r>
            <a:r>
              <a:rPr lang="en-GB" b="0" dirty="0"/>
              <a:t> TCP/IP-</a:t>
            </a:r>
            <a:r>
              <a:rPr lang="en-GB" b="0" dirty="0" err="1"/>
              <a:t>protokoller</a:t>
            </a:r>
            <a:r>
              <a:rPr lang="en-GB" b="0" dirty="0"/>
              <a:t> </a:t>
            </a:r>
            <a:r>
              <a:rPr lang="en-GB" b="0" dirty="0" err="1"/>
              <a:t>som</a:t>
            </a:r>
            <a:r>
              <a:rPr lang="en-GB" b="0" dirty="0"/>
              <a:t> IP, TCP, UDP, HTTP, DNS </a:t>
            </a:r>
            <a:r>
              <a:rPr lang="en-GB" b="0" dirty="0" err="1"/>
              <a:t>osv</a:t>
            </a:r>
            <a:r>
              <a:rPr lang="en-GB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dirty="0"/>
              <a:t>Kombinerer lag 5-7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a</a:t>
            </a:r>
            <a:r>
              <a:rPr lang="da-DK" b="0" dirty="0"/>
              <a:t>pplikations</a:t>
            </a:r>
            <a:r>
              <a:rPr lang="en-DK" b="0" dirty="0"/>
              <a:t> </a:t>
            </a:r>
            <a:r>
              <a:rPr lang="en-DK" b="0" dirty="0" err="1"/>
              <a:t>laget</a:t>
            </a:r>
            <a:r>
              <a:rPr lang="da-DK" sz="1200" b="0" dirty="0"/>
              <a:t> og lag 1-2</a:t>
            </a:r>
            <a:r>
              <a:rPr lang="en-DK" sz="1200" b="0" dirty="0"/>
              <a:t> </a:t>
            </a:r>
            <a:r>
              <a:rPr lang="en-DK" sz="1200" b="0" dirty="0" err="1"/>
              <a:t>til</a:t>
            </a:r>
            <a:r>
              <a:rPr lang="en-DK" sz="1200" b="0" dirty="0"/>
              <a:t> n</a:t>
            </a:r>
            <a:r>
              <a:rPr lang="da-DK" b="0" dirty="0"/>
              <a:t>etværks lag</a:t>
            </a:r>
            <a:r>
              <a:rPr lang="en-DK" b="0" dirty="0"/>
              <a:t>et</a:t>
            </a:r>
            <a:r>
              <a:rPr lang="da-DK" sz="1200" b="0" dirty="0"/>
              <a:t> fra OSI.</a:t>
            </a:r>
            <a:br>
              <a:rPr lang="en-DK" b="1" dirty="0"/>
            </a:br>
            <a:br>
              <a:rPr lang="en-DK" b="1" dirty="0"/>
            </a:br>
            <a:r>
              <a:rPr lang="da-DK" b="1" dirty="0"/>
              <a:t>Sende data med TCP/IP:</a:t>
            </a:r>
          </a:p>
          <a:p>
            <a:r>
              <a:rPr lang="da-DK" b="1" dirty="0"/>
              <a:t>Applikations lag:</a:t>
            </a:r>
            <a:r>
              <a:rPr lang="da-DK" dirty="0"/>
              <a:t> Forbereder data, med protokoller som HTTP, FTP. Bestemt af applikationen.</a:t>
            </a:r>
          </a:p>
          <a:p>
            <a:r>
              <a:rPr lang="da-DK" b="1" dirty="0"/>
              <a:t>Transport lag:</a:t>
            </a:r>
            <a:r>
              <a:rPr lang="da-DK" dirty="0"/>
              <a:t> Bryder dataen op i segmenter og sikre dataens integritet med TCP, eller hurtig data transmission med UDP</a:t>
            </a:r>
          </a:p>
          <a:p>
            <a:r>
              <a:rPr lang="da-DK" b="1" dirty="0"/>
              <a:t>Internet lag:</a:t>
            </a:r>
            <a:r>
              <a:rPr lang="da-DK" dirty="0"/>
              <a:t> Tilføjer IP-header med afsender- og modtager-IP (packets) og finder den bedste rute gennem netværket til destinationen.</a:t>
            </a:r>
          </a:p>
          <a:p>
            <a:r>
              <a:rPr lang="da-DK" b="1" dirty="0"/>
              <a:t>Netværks lag:</a:t>
            </a:r>
            <a:r>
              <a:rPr lang="da-DK" dirty="0"/>
              <a:t> Tilføjer MAC-header med afsender- og modtager-MAC (frames) og sender dem over det fysiske netværk.</a:t>
            </a:r>
          </a:p>
          <a:p>
            <a:endParaRPr lang="da-DK" dirty="0"/>
          </a:p>
          <a:p>
            <a:r>
              <a:rPr lang="da-DK" b="1" dirty="0"/>
              <a:t>Modtage data med TCP/IP:</a:t>
            </a:r>
          </a:p>
          <a:p>
            <a:r>
              <a:rPr lang="da-DK" b="1" dirty="0"/>
              <a:t>Netværks lag: </a:t>
            </a:r>
            <a:r>
              <a:rPr lang="da-DK" dirty="0"/>
              <a:t>Modtager bits eller frames fra netværket, og sammensætter frames til packets igen,som kan vidregives til næste lag.</a:t>
            </a:r>
          </a:p>
          <a:p>
            <a:r>
              <a:rPr lang="da-DK" b="1" dirty="0"/>
              <a:t>Internet lag:</a:t>
            </a:r>
            <a:r>
              <a:rPr lang="da-DK" dirty="0"/>
              <a:t> Tjekker om modtager-IP svarer til den lokale enhed, fjerner ip headeren og vidregiver segmentet til næste lag.</a:t>
            </a:r>
          </a:p>
          <a:p>
            <a:r>
              <a:rPr lang="da-DK" b="1" dirty="0"/>
              <a:t>Transport lag:</a:t>
            </a:r>
            <a:r>
              <a:rPr lang="da-DK" dirty="0"/>
              <a:t> Sammensætter alle segmenterne til det fulde datasæt, tjekker for fejl og sikre at dataen er hel.</a:t>
            </a:r>
          </a:p>
          <a:p>
            <a:r>
              <a:rPr lang="da-DK" dirty="0"/>
              <a:t>Applikations lag: Sender Dataen til den rigtige application. Dette kunne være at vise hjemmesiden man har åbnet.</a:t>
            </a:r>
            <a:endParaRPr lang="en-DK" dirty="0"/>
          </a:p>
          <a:p>
            <a:br>
              <a:rPr lang="en-DK" dirty="0"/>
            </a:br>
            <a:r>
              <a:rPr lang="en-GB" b="1" dirty="0"/>
              <a:t>TLS-</a:t>
            </a:r>
            <a:r>
              <a:rPr lang="en-GB" b="1" dirty="0" err="1"/>
              <a:t>handshaken</a:t>
            </a:r>
            <a:r>
              <a:rPr lang="en-GB" dirty="0"/>
              <a:t> er </a:t>
            </a:r>
            <a:r>
              <a:rPr lang="en-GB" dirty="0" err="1"/>
              <a:t>processen</a:t>
            </a:r>
            <a:r>
              <a:rPr lang="en-GB" dirty="0"/>
              <a:t>, der </a:t>
            </a:r>
            <a:r>
              <a:rPr lang="en-GB" dirty="0" err="1"/>
              <a:t>opretter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sikker</a:t>
            </a:r>
            <a:r>
              <a:rPr lang="en-GB" dirty="0"/>
              <a:t>, </a:t>
            </a:r>
            <a:r>
              <a:rPr lang="en-GB" dirty="0" err="1"/>
              <a:t>krypteret</a:t>
            </a:r>
            <a:r>
              <a:rPr lang="en-GB" dirty="0"/>
              <a:t> </a:t>
            </a:r>
            <a:r>
              <a:rPr lang="en-GB" dirty="0" err="1"/>
              <a:t>forbindelse</a:t>
            </a:r>
            <a:r>
              <a:rPr lang="en-GB" dirty="0"/>
              <a:t> </a:t>
            </a:r>
            <a:r>
              <a:rPr lang="en-GB" dirty="0" err="1"/>
              <a:t>mellem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klient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server.</a:t>
            </a:r>
            <a:br>
              <a:rPr lang="en-GB" dirty="0"/>
            </a:br>
            <a:r>
              <a:rPr lang="en-GB" dirty="0"/>
              <a:t>Den </a:t>
            </a:r>
            <a:r>
              <a:rPr lang="en-GB" dirty="0" err="1"/>
              <a:t>sørger</a:t>
            </a:r>
            <a:r>
              <a:rPr lang="en-GB" dirty="0"/>
              <a:t> for, at </a:t>
            </a:r>
            <a:r>
              <a:rPr lang="en-GB" dirty="0" err="1"/>
              <a:t>begge</a:t>
            </a:r>
            <a:r>
              <a:rPr lang="en-GB" dirty="0"/>
              <a:t> parter </a:t>
            </a:r>
            <a:r>
              <a:rPr lang="en-GB" dirty="0" err="1"/>
              <a:t>bliver</a:t>
            </a:r>
            <a:r>
              <a:rPr lang="en-GB" dirty="0"/>
              <a:t> </a:t>
            </a:r>
            <a:r>
              <a:rPr lang="en-GB" dirty="0" err="1"/>
              <a:t>enige</a:t>
            </a:r>
            <a:r>
              <a:rPr lang="en-GB" dirty="0"/>
              <a:t> om </a:t>
            </a:r>
            <a:r>
              <a:rPr lang="en-GB" dirty="0" err="1"/>
              <a:t>krypteringsmetoder</a:t>
            </a:r>
            <a:r>
              <a:rPr lang="en-GB" dirty="0"/>
              <a:t>, at </a:t>
            </a:r>
            <a:r>
              <a:rPr lang="en-GB" dirty="0" err="1"/>
              <a:t>serverens</a:t>
            </a:r>
            <a:r>
              <a:rPr lang="en-GB" dirty="0"/>
              <a:t> </a:t>
            </a:r>
            <a:r>
              <a:rPr lang="en-GB" dirty="0" err="1"/>
              <a:t>identitet</a:t>
            </a:r>
            <a:r>
              <a:rPr lang="en-GB" dirty="0"/>
              <a:t> </a:t>
            </a:r>
            <a:r>
              <a:rPr lang="en-GB" dirty="0" err="1"/>
              <a:t>bekræftes</a:t>
            </a:r>
            <a:r>
              <a:rPr lang="en-GB" dirty="0"/>
              <a:t>, </a:t>
            </a:r>
            <a:r>
              <a:rPr lang="en-GB" dirty="0" err="1"/>
              <a:t>og</a:t>
            </a:r>
            <a:r>
              <a:rPr lang="en-GB" dirty="0"/>
              <a:t> at de </a:t>
            </a:r>
            <a:r>
              <a:rPr lang="en-GB" dirty="0" err="1"/>
              <a:t>deler</a:t>
            </a:r>
            <a:r>
              <a:rPr lang="en-GB" dirty="0"/>
              <a:t> </a:t>
            </a:r>
            <a:r>
              <a:rPr lang="en-GB" dirty="0" err="1"/>
              <a:t>hemmelige</a:t>
            </a:r>
            <a:r>
              <a:rPr lang="en-GB" dirty="0"/>
              <a:t> </a:t>
            </a:r>
            <a:r>
              <a:rPr lang="en-GB" dirty="0" err="1"/>
              <a:t>nøgler</a:t>
            </a:r>
            <a:r>
              <a:rPr lang="en-GB" dirty="0"/>
              <a:t>, </a:t>
            </a:r>
            <a:r>
              <a:rPr lang="en-GB" dirty="0" err="1"/>
              <a:t>før</a:t>
            </a:r>
            <a:r>
              <a:rPr lang="en-GB" dirty="0"/>
              <a:t> data </a:t>
            </a:r>
            <a:r>
              <a:rPr lang="en-GB" dirty="0" err="1"/>
              <a:t>sendes</a:t>
            </a:r>
            <a:r>
              <a:rPr lang="en-GB" dirty="0"/>
              <a:t>.</a:t>
            </a:r>
            <a:br>
              <a:rPr lang="en-DK" dirty="0"/>
            </a:br>
            <a:br>
              <a:rPr lang="en-DK" dirty="0"/>
            </a:br>
            <a:r>
              <a:rPr lang="en-GB" dirty="0"/>
              <a:t>TLS-handshake</a:t>
            </a:r>
            <a:r>
              <a:rPr lang="en-DK" dirty="0"/>
              <a:t> flow: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1. Client Hello:</a:t>
            </a:r>
            <a:r>
              <a:rPr lang="da-DK" sz="1200" b="0" dirty="0"/>
              <a:t> Klienten starter forbindelsen og sender understøttede TLS-versioner, krypteringsmetoder og et tilfældigt tal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2. Server Hello: </a:t>
            </a:r>
            <a:r>
              <a:rPr lang="da-DK" sz="1200" b="0" dirty="0"/>
              <a:t>Serveren vælger version og krypteringsmetode og sender sit digitale certifikat og offentlig nøgle (key share)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3. Nøgleudveksling og validering:</a:t>
            </a:r>
            <a:r>
              <a:rPr lang="da-DK" sz="1200" b="0" dirty="0"/>
              <a:t> Klienten bekræfter serverens certifikat og begge sider udleder en fælles sessionsnøgle via ECDHE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4. Change Cipher Spec / Finished: </a:t>
            </a:r>
            <a:r>
              <a:rPr lang="da-DK" sz="1200" b="0" dirty="0"/>
              <a:t>Kryptering aktiveres, og begge parter sender “Finished”-beskeder og forbindelsen er nu sikker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8F00E-9429-EB28-E7C7-D84E2483C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5729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da-DK" sz="5400" noProof="0" dirty="0">
                <a:solidFill>
                  <a:srgbClr val="FFFFFF"/>
                </a:solidFill>
              </a:rPr>
              <a:t>Programmering med netværk og fokus på sikkerhed i protokoller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Socke</a:t>
            </a:r>
            <a:r>
              <a:rPr lang="en-DK" sz="2000" noProof="0" dirty="0">
                <a:solidFill>
                  <a:schemeClr val="bg1"/>
                </a:solidFill>
              </a:rPr>
              <a:t>t</a:t>
            </a:r>
            <a:r>
              <a:rPr lang="da-DK" sz="2000" noProof="0" dirty="0">
                <a:solidFill>
                  <a:schemeClr val="bg1"/>
                </a:solidFill>
              </a:rPr>
              <a:t> programering</a:t>
            </a: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Netværks diagram</a:t>
            </a:r>
            <a:endParaRPr lang="en-DK" sz="2000" dirty="0">
              <a:solidFill>
                <a:schemeClr val="bg1"/>
              </a:solidFill>
            </a:endParaRP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noProof="0" dirty="0">
                <a:solidFill>
                  <a:schemeClr val="bg1"/>
                </a:solidFill>
              </a:rPr>
              <a:t>Socket </a:t>
            </a:r>
            <a:r>
              <a:rPr lang="en-DK" sz="2000" noProof="0" dirty="0" err="1">
                <a:solidFill>
                  <a:schemeClr val="bg1"/>
                </a:solidFill>
              </a:rPr>
              <a:t>uden</a:t>
            </a:r>
            <a:r>
              <a:rPr lang="en-DK" sz="2000" noProof="0" dirty="0">
                <a:solidFill>
                  <a:schemeClr val="bg1"/>
                </a:solidFill>
              </a:rPr>
              <a:t> TLS</a:t>
            </a:r>
          </a:p>
          <a:p>
            <a:pPr lvl="1"/>
            <a:r>
              <a:rPr lang="da-DK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1600" dirty="0">
                <a:solidFill>
                  <a:schemeClr val="bg1"/>
                </a:solidFill>
              </a:rPr>
              <a:t>Wireshark </a:t>
            </a:r>
            <a:r>
              <a:rPr lang="en-GB" sz="1600" dirty="0" err="1">
                <a:solidFill>
                  <a:schemeClr val="bg1"/>
                </a:solidFill>
              </a:rPr>
              <a:t>monitorering</a:t>
            </a:r>
            <a:endParaRPr lang="en-DK" sz="1600" noProof="0" dirty="0">
              <a:solidFill>
                <a:schemeClr val="bg1"/>
              </a:solidFill>
            </a:endParaRP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dirty="0">
                <a:solidFill>
                  <a:schemeClr val="bg1"/>
                </a:solidFill>
              </a:rPr>
              <a:t>Socket med TLS</a:t>
            </a:r>
          </a:p>
          <a:p>
            <a:pPr lvl="1"/>
            <a:r>
              <a:rPr lang="da-DK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1600" dirty="0">
                <a:solidFill>
                  <a:schemeClr val="bg1"/>
                </a:solidFill>
              </a:rPr>
              <a:t>Wireshark </a:t>
            </a:r>
            <a:r>
              <a:rPr lang="en-GB" sz="1600" dirty="0" err="1">
                <a:solidFill>
                  <a:schemeClr val="bg1"/>
                </a:solidFill>
              </a:rPr>
              <a:t>monitorering</a:t>
            </a:r>
            <a:endParaRPr lang="da-DK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6146-FD87-1036-EA2E-FC5ACF6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Socket programering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B3A4-B20B-2F15-9E19-BE5CACB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Client-server </a:t>
            </a:r>
            <a:r>
              <a:rPr lang="en-DK" noProof="0" dirty="0" err="1">
                <a:solidFill>
                  <a:schemeClr val="bg1"/>
                </a:solidFill>
              </a:rPr>
              <a:t>modellen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TCP/IP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3-way handshake</a:t>
            </a: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Manglende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sikkerhed</a:t>
            </a:r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68558-6DFF-3A7A-158F-07D679A1413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7895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diagram of a response request&#10;&#10;AI-generated content may be incorrect.">
            <a:extLst>
              <a:ext uri="{FF2B5EF4-FFF2-40B4-BE49-F238E27FC236}">
                <a16:creationId xmlns:a16="http://schemas.microsoft.com/office/drawing/2014/main" id="{F7ADAE81-2BEF-C600-3B2C-5F361535F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304" y="462338"/>
            <a:ext cx="3182736" cy="61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3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43E26-EBC2-0C09-12FF-2DB0CF15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220A-454F-A9CF-A2BD-C3E3D035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4" y="3081759"/>
            <a:ext cx="10515600" cy="995915"/>
          </a:xfrm>
        </p:spPr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Netværks diagram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0457A8-5BBF-5CC9-34BE-5DA59221AB07}"/>
              </a:ext>
            </a:extLst>
          </p:cNvPr>
          <p:cNvCxnSpPr>
            <a:cxnSpLocks/>
          </p:cNvCxnSpPr>
          <p:nvPr/>
        </p:nvCxnSpPr>
        <p:spPr>
          <a:xfrm>
            <a:off x="604284" y="3893406"/>
            <a:ext cx="4293093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diagram of a router&#10;&#10;AI-generated content may be incorrect.">
            <a:extLst>
              <a:ext uri="{FF2B5EF4-FFF2-40B4-BE49-F238E27FC236}">
                <a16:creationId xmlns:a16="http://schemas.microsoft.com/office/drawing/2014/main" id="{B9084156-9782-799F-EB48-B0189503A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46990"/>
            <a:ext cx="5330456" cy="5216349"/>
          </a:xfr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79D6FB-4E13-2439-A6A4-F01B96B10293}"/>
              </a:ext>
            </a:extLst>
          </p:cNvPr>
          <p:cNvSpPr/>
          <p:nvPr/>
        </p:nvSpPr>
        <p:spPr>
          <a:xfrm>
            <a:off x="6633557" y="5911010"/>
            <a:ext cx="4380807" cy="714894"/>
          </a:xfrm>
          <a:prstGeom prst="roundRect">
            <a:avLst/>
          </a:prstGeom>
          <a:solidFill>
            <a:srgbClr val="0D0D0D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118C9-611E-807E-382B-FD0DEC5A5BFB}"/>
              </a:ext>
            </a:extLst>
          </p:cNvPr>
          <p:cNvSpPr txBox="1"/>
          <p:nvPr/>
        </p:nvSpPr>
        <p:spPr>
          <a:xfrm>
            <a:off x="6700058" y="5957343"/>
            <a:ext cx="93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Client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9B1A7-E5BE-303C-B2E0-DE8C4D230A15}"/>
              </a:ext>
            </a:extLst>
          </p:cNvPr>
          <p:cNvSpPr txBox="1"/>
          <p:nvPr/>
        </p:nvSpPr>
        <p:spPr>
          <a:xfrm>
            <a:off x="10033462" y="5957343"/>
            <a:ext cx="89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Server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E99A-3AE6-E8E7-B7D8-1422BDE5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D5C6-DABA-0B9F-AC2E-5FB34475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chemeClr val="bg1"/>
                </a:solidFill>
              </a:rPr>
              <a:t>Socket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uden</a:t>
            </a:r>
            <a:r>
              <a:rPr lang="en-DK" noProof="0" dirty="0">
                <a:solidFill>
                  <a:schemeClr val="bg1"/>
                </a:solidFill>
              </a:rPr>
              <a:t> TLS</a:t>
            </a:r>
            <a:endParaRPr lang="da-DK" noProof="0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612F5F9-6E0C-B1A4-CF33-BFF8D2DC7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7" t="4742" r="3007" b="4065"/>
          <a:stretch>
            <a:fillRect/>
          </a:stretch>
        </p:blipFill>
        <p:spPr>
          <a:xfrm>
            <a:off x="785438" y="2244436"/>
            <a:ext cx="4565887" cy="3271968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BADACF-C772-EF22-1CC8-EE0570AD435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27412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16D8251-C9AE-0042-E750-14ABDBFA4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9" r="3099"/>
          <a:stretch>
            <a:fillRect/>
          </a:stretch>
        </p:blipFill>
        <p:spPr>
          <a:xfrm>
            <a:off x="6840676" y="748145"/>
            <a:ext cx="4565886" cy="4914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4F5191-1CFC-2533-75A8-94FECA9D2969}"/>
              </a:ext>
            </a:extLst>
          </p:cNvPr>
          <p:cNvSpPr txBox="1"/>
          <p:nvPr/>
        </p:nvSpPr>
        <p:spPr>
          <a:xfrm>
            <a:off x="838200" y="5662256"/>
            <a:ext cx="17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Client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D480A-77F0-D15E-A056-152D0D33E48B}"/>
              </a:ext>
            </a:extLst>
          </p:cNvPr>
          <p:cNvSpPr txBox="1"/>
          <p:nvPr/>
        </p:nvSpPr>
        <p:spPr>
          <a:xfrm>
            <a:off x="6924502" y="5860473"/>
            <a:ext cx="145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Server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794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740C-4857-961B-AF74-67514F91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9038-FC2A-1780-4EA2-283F13BB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Wireshark </a:t>
            </a:r>
            <a:r>
              <a:rPr lang="en-GB" noProof="0" dirty="0" err="1">
                <a:solidFill>
                  <a:schemeClr val="bg1"/>
                </a:solidFill>
              </a:rPr>
              <a:t>monitorering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endParaRPr lang="da-DK" noProof="0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1061E9-1DD9-C645-5446-E9F97A665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4" y="3848795"/>
            <a:ext cx="11899378" cy="1919478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4DAE1D-8B4A-73F3-BFAD-9CAB234F8C8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37972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EA1C8A0-FDD3-1A2A-3073-CB9D73885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25" y="2066605"/>
            <a:ext cx="2862249" cy="1095302"/>
          </a:xfrm>
          <a:prstGeom prst="rect">
            <a:avLst/>
          </a:prstGeom>
        </p:spPr>
      </p:pic>
      <p:pic>
        <p:nvPicPr>
          <p:cNvPr id="10" name="Picture 9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7594C2B2-21EC-4309-EC5A-5569EA89F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693" y="2066605"/>
            <a:ext cx="4574995" cy="109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51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1A4D1-E2A1-28E2-6F1F-E1DC900B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74E3-15D4-0AC8-7369-98DF788D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chemeClr val="bg1"/>
                </a:solidFill>
              </a:rPr>
              <a:t>Socket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med</a:t>
            </a:r>
            <a:r>
              <a:rPr lang="en-DK" noProof="0" dirty="0">
                <a:solidFill>
                  <a:schemeClr val="bg1"/>
                </a:solidFill>
              </a:rPr>
              <a:t> TLS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EA51-08A2-CFA1-E761-E606DC78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23099-C86C-A418-D786-390FBB283581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27412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063704A-0055-D1D7-B2F6-A56AF697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362"/>
          <a:stretch>
            <a:fillRect/>
          </a:stretch>
        </p:blipFill>
        <p:spPr>
          <a:xfrm>
            <a:off x="0" y="1772212"/>
            <a:ext cx="6314712" cy="35106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15877F-899A-8835-61C9-D7A3B8C5DF72}"/>
              </a:ext>
            </a:extLst>
          </p:cNvPr>
          <p:cNvSpPr txBox="1"/>
          <p:nvPr/>
        </p:nvSpPr>
        <p:spPr>
          <a:xfrm>
            <a:off x="374073" y="5435759"/>
            <a:ext cx="138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Client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1E775-E1A2-F576-2C73-C6CC842DE229}"/>
              </a:ext>
            </a:extLst>
          </p:cNvPr>
          <p:cNvSpPr txBox="1"/>
          <p:nvPr/>
        </p:nvSpPr>
        <p:spPr>
          <a:xfrm>
            <a:off x="6342611" y="594002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Server</a:t>
            </a:r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7E1F82-B7CE-E1FB-26E3-81727B8CF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49"/>
          <a:stretch>
            <a:fillRect/>
          </a:stretch>
        </p:blipFill>
        <p:spPr>
          <a:xfrm>
            <a:off x="6314712" y="667277"/>
            <a:ext cx="5877288" cy="513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B7481-04F0-D4F5-AF90-2F016823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32DB-2F15-9B8F-57C1-D5D5FA85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Wireshark </a:t>
            </a:r>
            <a:r>
              <a:rPr lang="en-GB" noProof="0" dirty="0" err="1">
                <a:solidFill>
                  <a:schemeClr val="bg1"/>
                </a:solidFill>
              </a:rPr>
              <a:t>monitorering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984B-16F2-12CD-A5D4-0238DC0D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F6F2BA-E559-F00C-E1BF-A47B65F85AD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37972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655506B-AD7E-7095-93E9-DC308409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0" y="1510727"/>
            <a:ext cx="5610748" cy="971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1D94AA-D2DA-8AA0-D835-0249DD35E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18391"/>
            <a:ext cx="12192000" cy="4139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6AB92C-F11C-7562-7DC3-299F1D4EA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76533"/>
            <a:ext cx="5937008" cy="10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3478</TotalTime>
  <Words>2003</Words>
  <Application>Microsoft Office PowerPoint</Application>
  <PresentationFormat>Widescreen</PresentationFormat>
  <Paragraphs>180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Programmering med netværk og fokus på sikkerhed i protokoller</vt:lpstr>
      <vt:lpstr>Agenda</vt:lpstr>
      <vt:lpstr>Socket programering</vt:lpstr>
      <vt:lpstr>Netværks diagram</vt:lpstr>
      <vt:lpstr>Socket uden TLS</vt:lpstr>
      <vt:lpstr>Wireshark monitorering </vt:lpstr>
      <vt:lpstr>Socket med TLS</vt:lpstr>
      <vt:lpstr>Wireshark monitorering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113</cp:revision>
  <dcterms:created xsi:type="dcterms:W3CDTF">2025-11-06T19:46:54Z</dcterms:created>
  <dcterms:modified xsi:type="dcterms:W3CDTF">2025-11-09T16:01:18Z</dcterms:modified>
</cp:coreProperties>
</file>